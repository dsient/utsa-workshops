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Plus Jakarta Sans"/>
      <p:regular r:id="rId41"/>
      <p:bold r:id="rId42"/>
      <p:italic r:id="rId43"/>
      <p:boldItalic r:id="rId44"/>
    </p:embeddedFont>
    <p:embeddedFont>
      <p:font typeface="Inter"/>
      <p:regular r:id="rId45"/>
      <p:bold r:id="rId46"/>
      <p:italic r:id="rId47"/>
      <p:boldItalic r:id="rId48"/>
    </p:embeddedFont>
    <p:embeddedFont>
      <p:font typeface="Plus Jakarta Sans Medium"/>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PlusJakartaSans-bold.fntdata"/><Relationship Id="rId41" Type="http://schemas.openxmlformats.org/officeDocument/2006/relationships/font" Target="fonts/PlusJakartaSans-regular.fntdata"/><Relationship Id="rId44" Type="http://schemas.openxmlformats.org/officeDocument/2006/relationships/font" Target="fonts/PlusJakartaSans-boldItalic.fntdata"/><Relationship Id="rId43" Type="http://schemas.openxmlformats.org/officeDocument/2006/relationships/font" Target="fonts/PlusJakartaSans-italic.fntdata"/><Relationship Id="rId46" Type="http://schemas.openxmlformats.org/officeDocument/2006/relationships/font" Target="fonts/Inter-bold.fntdata"/><Relationship Id="rId45"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Italic.fntdata"/><Relationship Id="rId47" Type="http://schemas.openxmlformats.org/officeDocument/2006/relationships/font" Target="fonts/Inter-italic.fntdata"/><Relationship Id="rId49" Type="http://schemas.openxmlformats.org/officeDocument/2006/relationships/font" Target="fonts/PlusJakartaSans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Medium-italic.fntdata"/><Relationship Id="rId50" Type="http://schemas.openxmlformats.org/officeDocument/2006/relationships/font" Target="fonts/PlusJakartaSansMedium-bold.fntdata"/><Relationship Id="rId52" Type="http://schemas.openxmlformats.org/officeDocument/2006/relationships/font" Target="fonts/PlusJakartaSans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353e7a297c3edb9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h353e7a297c3edb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353e7a297c3edb9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353e7a297c3edb9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46a190b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46a190b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46a190ba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d46a190ba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46a190ba3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d46a190ba3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46a190ba3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d46a190ba3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46a190ba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46a190ba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46a190ba3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46a190ba3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46a190ba3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d46a190ba3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46a190ba3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d46a190ba3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46a190ba3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46a190ba3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46a190ba3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d46a190ba3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46a190ba3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46a190ba3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46a190ba3_0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46a190ba3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46a190ba3_0_1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d46a190ba3_0_1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46a190ba3_0_1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46a190ba3_0_1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46a190ba3_0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46a190ba3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46a190ba3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d46a190ba3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46a190ba3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46a190ba3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46a190ba3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46a190ba3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46a190ba3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46a190ba3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46a190ba3_0_1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d46a190ba3_0_1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46a190ba3_0_1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46a190ba3_0_1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46a190ba3_0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46a190ba3_0_1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46a190ba3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46a190ba3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dd2e634dd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dd2e634dd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46a190ba3_0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d46a190ba3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46a190ba3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46a190ba3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46a190ba3_0_1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46a190ba3_0_1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46a190ba3_0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d46a190ba3_0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46a190ba3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d46a190ba3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46a190ba3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46a190ba3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46a190ba3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46a190ba3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46a190ba3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46a190ba3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d46a190ba3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d46a190ba3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
    <p:bg>
      <p:bgPr>
        <a:solidFill>
          <a:schemeClr val="accent5"/>
        </a:solidFill>
      </p:bgPr>
    </p:bg>
    <p:spTree>
      <p:nvGrpSpPr>
        <p:cNvPr id="50" name="Shape 50"/>
        <p:cNvGrpSpPr/>
        <p:nvPr/>
      </p:nvGrpSpPr>
      <p:grpSpPr>
        <a:xfrm>
          <a:off x="0" y="0"/>
          <a:ext cx="0" cy="0"/>
          <a:chOff x="0" y="0"/>
          <a:chExt cx="0" cy="0"/>
        </a:xfrm>
      </p:grpSpPr>
      <p:sp>
        <p:nvSpPr>
          <p:cNvPr id="51" name="Google Shape;51;p13"/>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2" name="Google Shape;52;p13"/>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3" name="Google Shape;53;p13"/>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54" name="Google Shape;54;p13"/>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55" name="Google Shape;55;p13"/>
          <p:cNvGrpSpPr/>
          <p:nvPr/>
        </p:nvGrpSpPr>
        <p:grpSpPr>
          <a:xfrm>
            <a:off x="4524845" y="724771"/>
            <a:ext cx="2377504" cy="1078596"/>
            <a:chOff x="4571989" y="769200"/>
            <a:chExt cx="2320422" cy="1052700"/>
          </a:xfrm>
        </p:grpSpPr>
        <p:sp>
          <p:nvSpPr>
            <p:cNvPr id="56" name="Google Shape;56;p13"/>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7" name="Google Shape;57;p13"/>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58" name="Google Shape;58;p13"/>
          <p:cNvGrpSpPr/>
          <p:nvPr/>
        </p:nvGrpSpPr>
        <p:grpSpPr>
          <a:xfrm>
            <a:off x="7352898" y="762044"/>
            <a:ext cx="1061865" cy="1004215"/>
            <a:chOff x="7312075" y="834700"/>
            <a:chExt cx="1022400" cy="966799"/>
          </a:xfrm>
        </p:grpSpPr>
        <p:sp>
          <p:nvSpPr>
            <p:cNvPr id="59" name="Google Shape;59;p13"/>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60" name="Google Shape;60;p13"/>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61" name="Google Shape;61;p13"/>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8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400"/>
              <a:buFont typeface="Plus Jakarta Sans Medium"/>
              <a:buNone/>
              <a:defRPr>
                <a:latin typeface="Plus Jakarta Sans Medium"/>
                <a:ea typeface="Plus Jakarta Sans Medium"/>
                <a:cs typeface="Plus Jakarta Sans Medium"/>
                <a:sym typeface="Plus Jakarta Sans Medium"/>
              </a:defRPr>
            </a:lvl9pPr>
          </a:lstStyle>
          <a:p/>
        </p:txBody>
      </p:sp>
      <p:sp>
        <p:nvSpPr>
          <p:cNvPr id="62" name="Google Shape;62;p13"/>
          <p:cNvSpPr txBox="1"/>
          <p:nvPr>
            <p:ph type="title"/>
          </p:nvPr>
        </p:nvSpPr>
        <p:spPr>
          <a:xfrm>
            <a:off x="563400" y="3695700"/>
            <a:ext cx="3679800" cy="938400"/>
          </a:xfrm>
          <a:prstGeom prst="rect">
            <a:avLst/>
          </a:prstGeom>
        </p:spPr>
        <p:txBody>
          <a:bodyPr anchorCtr="0" anchor="b" bIns="0" lIns="0" spcFirstLastPara="1" rIns="0" wrap="square" tIns="0">
            <a:norm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63" name="Shape 63"/>
        <p:cNvGrpSpPr/>
        <p:nvPr/>
      </p:nvGrpSpPr>
      <p:grpSpPr>
        <a:xfrm>
          <a:off x="0" y="0"/>
          <a:ext cx="0" cy="0"/>
          <a:chOff x="0" y="0"/>
          <a:chExt cx="0" cy="0"/>
        </a:xfrm>
      </p:grpSpPr>
      <p:sp>
        <p:nvSpPr>
          <p:cNvPr id="64" name="Google Shape;64;p14"/>
          <p:cNvSpPr/>
          <p:nvPr>
            <p:ph idx="2" type="pic"/>
          </p:nvPr>
        </p:nvSpPr>
        <p:spPr>
          <a:xfrm>
            <a:off x="228650" y="2813125"/>
            <a:ext cx="8018700" cy="2099100"/>
          </a:xfrm>
          <a:prstGeom prst="roundRect">
            <a:avLst>
              <a:gd fmla="val 7988" name="adj"/>
            </a:avLst>
          </a:prstGeom>
          <a:noFill/>
          <a:ln>
            <a:noFill/>
          </a:ln>
        </p:spPr>
      </p:sp>
      <p:sp>
        <p:nvSpPr>
          <p:cNvPr id="65" name="Google Shape;65;p14"/>
          <p:cNvSpPr txBox="1"/>
          <p:nvPr>
            <p:ph idx="1" type="subTitle"/>
          </p:nvPr>
        </p:nvSpPr>
        <p:spPr>
          <a:xfrm>
            <a:off x="228600" y="947332"/>
            <a:ext cx="6480300" cy="595800"/>
          </a:xfrm>
          <a:prstGeom prst="rect">
            <a:avLst/>
          </a:prstGeom>
        </p:spPr>
        <p:txBody>
          <a:bodyPr anchorCtr="0" anchor="t" bIns="0" lIns="0" spcFirstLastPara="1" rIns="0" wrap="square" tIns="0">
            <a:norm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66" name="Google Shape;66;p14"/>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67" name="Shape 67"/>
        <p:cNvGrpSpPr/>
        <p:nvPr/>
      </p:nvGrpSpPr>
      <p:grpSpPr>
        <a:xfrm>
          <a:off x="0" y="0"/>
          <a:ext cx="0" cy="0"/>
          <a:chOff x="0" y="0"/>
          <a:chExt cx="0" cy="0"/>
        </a:xfrm>
      </p:grpSpPr>
      <p:sp>
        <p:nvSpPr>
          <p:cNvPr id="68" name="Google Shape;68;p15"/>
          <p:cNvSpPr/>
          <p:nvPr>
            <p:ph idx="2" type="pic"/>
          </p:nvPr>
        </p:nvSpPr>
        <p:spPr>
          <a:xfrm>
            <a:off x="354750" y="1034550"/>
            <a:ext cx="1833000" cy="1833000"/>
          </a:xfrm>
          <a:prstGeom prst="roundRect">
            <a:avLst>
              <a:gd fmla="val 8703" name="adj"/>
            </a:avLst>
          </a:prstGeom>
          <a:noFill/>
          <a:ln>
            <a:noFill/>
          </a:ln>
        </p:spPr>
      </p:sp>
      <p:sp>
        <p:nvSpPr>
          <p:cNvPr id="69" name="Google Shape;69;p15"/>
          <p:cNvSpPr/>
          <p:nvPr>
            <p:ph idx="3" type="pic"/>
          </p:nvPr>
        </p:nvSpPr>
        <p:spPr>
          <a:xfrm>
            <a:off x="2555250" y="1034550"/>
            <a:ext cx="1833000" cy="1833000"/>
          </a:xfrm>
          <a:prstGeom prst="roundRect">
            <a:avLst>
              <a:gd fmla="val 8703" name="adj"/>
            </a:avLst>
          </a:prstGeom>
          <a:noFill/>
          <a:ln>
            <a:noFill/>
          </a:ln>
        </p:spPr>
      </p:sp>
      <p:sp>
        <p:nvSpPr>
          <p:cNvPr id="70" name="Google Shape;70;p15"/>
          <p:cNvSpPr/>
          <p:nvPr>
            <p:ph idx="4" type="pic"/>
          </p:nvPr>
        </p:nvSpPr>
        <p:spPr>
          <a:xfrm>
            <a:off x="4755750" y="1034550"/>
            <a:ext cx="1833000" cy="1833000"/>
          </a:xfrm>
          <a:prstGeom prst="roundRect">
            <a:avLst>
              <a:gd fmla="val 8703" name="adj"/>
            </a:avLst>
          </a:prstGeom>
          <a:noFill/>
          <a:ln>
            <a:noFill/>
          </a:ln>
        </p:spPr>
      </p:sp>
      <p:sp>
        <p:nvSpPr>
          <p:cNvPr id="71" name="Google Shape;71;p15"/>
          <p:cNvSpPr/>
          <p:nvPr>
            <p:ph idx="5" type="pic"/>
          </p:nvPr>
        </p:nvSpPr>
        <p:spPr>
          <a:xfrm>
            <a:off x="6956250" y="1034550"/>
            <a:ext cx="1833000" cy="1833000"/>
          </a:xfrm>
          <a:prstGeom prst="roundRect">
            <a:avLst>
              <a:gd fmla="val 8703" name="adj"/>
            </a:avLst>
          </a:prstGeom>
          <a:noFill/>
          <a:ln>
            <a:noFill/>
          </a:ln>
        </p:spPr>
      </p:sp>
      <p:sp>
        <p:nvSpPr>
          <p:cNvPr id="72" name="Google Shape;72;p15"/>
          <p:cNvSpPr txBox="1"/>
          <p:nvPr>
            <p:ph idx="1" type="subTitle"/>
          </p:nvPr>
        </p:nvSpPr>
        <p:spPr>
          <a:xfrm>
            <a:off x="3997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3" name="Google Shape;73;p15"/>
          <p:cNvSpPr txBox="1"/>
          <p:nvPr>
            <p:ph idx="6" type="subTitle"/>
          </p:nvPr>
        </p:nvSpPr>
        <p:spPr>
          <a:xfrm>
            <a:off x="3997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74" name="Google Shape;74;p15"/>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5" name="Google Shape;75;p15"/>
          <p:cNvSpPr txBox="1"/>
          <p:nvPr>
            <p:ph idx="8" type="subTitle"/>
          </p:nvPr>
        </p:nvSpPr>
        <p:spPr>
          <a:xfrm>
            <a:off x="26002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6" name="Google Shape;76;p15"/>
          <p:cNvSpPr txBox="1"/>
          <p:nvPr>
            <p:ph idx="9" type="subTitle"/>
          </p:nvPr>
        </p:nvSpPr>
        <p:spPr>
          <a:xfrm>
            <a:off x="26002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77" name="Google Shape;77;p15"/>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8" name="Google Shape;78;p15"/>
          <p:cNvSpPr txBox="1"/>
          <p:nvPr>
            <p:ph idx="14" type="subTitle"/>
          </p:nvPr>
        </p:nvSpPr>
        <p:spPr>
          <a:xfrm>
            <a:off x="48007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9" name="Google Shape;79;p15"/>
          <p:cNvSpPr txBox="1"/>
          <p:nvPr>
            <p:ph idx="15" type="subTitle"/>
          </p:nvPr>
        </p:nvSpPr>
        <p:spPr>
          <a:xfrm>
            <a:off x="48007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0" name="Google Shape;80;p15"/>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1" name="Google Shape;81;p15"/>
          <p:cNvSpPr txBox="1"/>
          <p:nvPr>
            <p:ph idx="17" type="subTitle"/>
          </p:nvPr>
        </p:nvSpPr>
        <p:spPr>
          <a:xfrm>
            <a:off x="70012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82" name="Google Shape;82;p15"/>
          <p:cNvSpPr txBox="1"/>
          <p:nvPr>
            <p:ph idx="18" type="subTitle"/>
          </p:nvPr>
        </p:nvSpPr>
        <p:spPr>
          <a:xfrm>
            <a:off x="70012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3" name="Google Shape;83;p15"/>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84" name="Shape 84"/>
        <p:cNvGrpSpPr/>
        <p:nvPr/>
      </p:nvGrpSpPr>
      <p:grpSpPr>
        <a:xfrm>
          <a:off x="0" y="0"/>
          <a:ext cx="0" cy="0"/>
          <a:chOff x="0" y="0"/>
          <a:chExt cx="0" cy="0"/>
        </a:xfrm>
      </p:grpSpPr>
      <p:sp>
        <p:nvSpPr>
          <p:cNvPr id="85" name="Google Shape;85;p16"/>
          <p:cNvSpPr/>
          <p:nvPr>
            <p:ph idx="2" type="pic"/>
          </p:nvPr>
        </p:nvSpPr>
        <p:spPr>
          <a:xfrm>
            <a:off x="228300" y="912725"/>
            <a:ext cx="1833000" cy="2294100"/>
          </a:xfrm>
          <a:prstGeom prst="roundRect">
            <a:avLst>
              <a:gd fmla="val 12454" name="adj"/>
            </a:avLst>
          </a:prstGeom>
          <a:noFill/>
          <a:ln>
            <a:noFill/>
          </a:ln>
        </p:spPr>
      </p:sp>
      <p:sp>
        <p:nvSpPr>
          <p:cNvPr id="86" name="Google Shape;86;p16"/>
          <p:cNvSpPr/>
          <p:nvPr>
            <p:ph idx="3" type="pic"/>
          </p:nvPr>
        </p:nvSpPr>
        <p:spPr>
          <a:xfrm>
            <a:off x="4781400" y="912725"/>
            <a:ext cx="1833000" cy="2294100"/>
          </a:xfrm>
          <a:prstGeom prst="roundRect">
            <a:avLst>
              <a:gd fmla="val 12454" name="adj"/>
            </a:avLst>
          </a:prstGeom>
          <a:noFill/>
          <a:ln>
            <a:noFill/>
          </a:ln>
        </p:spPr>
      </p:sp>
      <p:sp>
        <p:nvSpPr>
          <p:cNvPr id="87" name="Google Shape;87;p16"/>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8" name="Google Shape;88;p16"/>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9" name="Google Shape;89;p16"/>
          <p:cNvSpPr txBox="1"/>
          <p:nvPr>
            <p:ph idx="5" type="subTitle"/>
          </p:nvPr>
        </p:nvSpPr>
        <p:spPr>
          <a:xfrm>
            <a:off x="277650" y="3373825"/>
            <a:ext cx="1725600" cy="452700"/>
          </a:xfrm>
          <a:prstGeom prst="rect">
            <a:avLst/>
          </a:prstGeom>
        </p:spPr>
        <p:txBody>
          <a:bodyPr anchorCtr="0" anchor="t" bIns="0" lIns="0" spcFirstLastPara="1" rIns="0" wrap="square" tIns="0">
            <a:normAutofit/>
          </a:bodyPr>
          <a:lstStyle>
            <a:lvl1pPr lvl="0">
              <a:spcBef>
                <a:spcPts val="0"/>
              </a:spcBef>
              <a:spcAft>
                <a:spcPts val="0"/>
              </a:spcAft>
              <a:buSzPts val="18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90" name="Google Shape;90;p16"/>
          <p:cNvSpPr txBox="1"/>
          <p:nvPr>
            <p:ph idx="6" type="subTitle"/>
          </p:nvPr>
        </p:nvSpPr>
        <p:spPr>
          <a:xfrm>
            <a:off x="4835100" y="3373825"/>
            <a:ext cx="1725600" cy="452700"/>
          </a:xfrm>
          <a:prstGeom prst="rect">
            <a:avLst/>
          </a:prstGeom>
        </p:spPr>
        <p:txBody>
          <a:bodyPr anchorCtr="0" anchor="t" bIns="0" lIns="0" spcFirstLastPara="1" rIns="0" wrap="square" tIns="0">
            <a:normAutofit/>
          </a:bodyPr>
          <a:lstStyle>
            <a:lvl1pPr lvl="0">
              <a:spcBef>
                <a:spcPts val="0"/>
              </a:spcBef>
              <a:spcAft>
                <a:spcPts val="0"/>
              </a:spcAft>
              <a:buSzPts val="18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4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91" name="Shape 91"/>
        <p:cNvGrpSpPr/>
        <p:nvPr/>
      </p:nvGrpSpPr>
      <p:grpSpPr>
        <a:xfrm>
          <a:off x="0" y="0"/>
          <a:ext cx="0" cy="0"/>
          <a:chOff x="0" y="0"/>
          <a:chExt cx="0" cy="0"/>
        </a:xfrm>
      </p:grpSpPr>
      <p:sp>
        <p:nvSpPr>
          <p:cNvPr id="92" name="Google Shape;92;p17"/>
          <p:cNvSpPr txBox="1"/>
          <p:nvPr>
            <p:ph idx="1" type="subTitle"/>
          </p:nvPr>
        </p:nvSpPr>
        <p:spPr>
          <a:xfrm>
            <a:off x="353900" y="226600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93" name="Google Shape;93;p17"/>
          <p:cNvSpPr txBox="1"/>
          <p:nvPr>
            <p:ph idx="2" type="subTitle"/>
          </p:nvPr>
        </p:nvSpPr>
        <p:spPr>
          <a:xfrm>
            <a:off x="353900" y="247100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4" name="Google Shape;94;p17"/>
          <p:cNvSpPr/>
          <p:nvPr>
            <p:ph idx="3" type="pic"/>
          </p:nvPr>
        </p:nvSpPr>
        <p:spPr>
          <a:xfrm>
            <a:off x="321050" y="825750"/>
            <a:ext cx="1342200" cy="1342200"/>
          </a:xfrm>
          <a:prstGeom prst="roundRect">
            <a:avLst>
              <a:gd fmla="val 8618" name="adj"/>
            </a:avLst>
          </a:prstGeom>
          <a:noFill/>
          <a:ln>
            <a:noFill/>
          </a:ln>
        </p:spPr>
      </p:sp>
      <p:sp>
        <p:nvSpPr>
          <p:cNvPr id="95" name="Google Shape;95;p17"/>
          <p:cNvSpPr txBox="1"/>
          <p:nvPr>
            <p:ph idx="4" type="subTitle"/>
          </p:nvPr>
        </p:nvSpPr>
        <p:spPr>
          <a:xfrm>
            <a:off x="2003288" y="226600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96" name="Google Shape;96;p17"/>
          <p:cNvSpPr txBox="1"/>
          <p:nvPr>
            <p:ph idx="5" type="subTitle"/>
          </p:nvPr>
        </p:nvSpPr>
        <p:spPr>
          <a:xfrm>
            <a:off x="2003288" y="247100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7" name="Google Shape;97;p17"/>
          <p:cNvSpPr/>
          <p:nvPr>
            <p:ph idx="6" type="pic"/>
          </p:nvPr>
        </p:nvSpPr>
        <p:spPr>
          <a:xfrm>
            <a:off x="1970438" y="825750"/>
            <a:ext cx="1342200" cy="1342200"/>
          </a:xfrm>
          <a:prstGeom prst="roundRect">
            <a:avLst>
              <a:gd fmla="val 8618" name="adj"/>
            </a:avLst>
          </a:prstGeom>
          <a:noFill/>
          <a:ln>
            <a:noFill/>
          </a:ln>
        </p:spPr>
      </p:sp>
      <p:sp>
        <p:nvSpPr>
          <p:cNvPr id="98" name="Google Shape;98;p17"/>
          <p:cNvSpPr txBox="1"/>
          <p:nvPr>
            <p:ph idx="7" type="subTitle"/>
          </p:nvPr>
        </p:nvSpPr>
        <p:spPr>
          <a:xfrm>
            <a:off x="3652675" y="226600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99" name="Google Shape;99;p17"/>
          <p:cNvSpPr txBox="1"/>
          <p:nvPr>
            <p:ph idx="8" type="subTitle"/>
          </p:nvPr>
        </p:nvSpPr>
        <p:spPr>
          <a:xfrm>
            <a:off x="3652675" y="247100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0" name="Google Shape;100;p17"/>
          <p:cNvSpPr/>
          <p:nvPr>
            <p:ph idx="9" type="pic"/>
          </p:nvPr>
        </p:nvSpPr>
        <p:spPr>
          <a:xfrm>
            <a:off x="3619825" y="825750"/>
            <a:ext cx="1342200" cy="1342200"/>
          </a:xfrm>
          <a:prstGeom prst="roundRect">
            <a:avLst>
              <a:gd fmla="val 8618" name="adj"/>
            </a:avLst>
          </a:prstGeom>
          <a:noFill/>
          <a:ln>
            <a:noFill/>
          </a:ln>
        </p:spPr>
      </p:sp>
      <p:sp>
        <p:nvSpPr>
          <p:cNvPr id="101" name="Google Shape;101;p17"/>
          <p:cNvSpPr txBox="1"/>
          <p:nvPr>
            <p:ph idx="13" type="subTitle"/>
          </p:nvPr>
        </p:nvSpPr>
        <p:spPr>
          <a:xfrm>
            <a:off x="5302050" y="226600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2" name="Google Shape;102;p17"/>
          <p:cNvSpPr txBox="1"/>
          <p:nvPr>
            <p:ph idx="14" type="subTitle"/>
          </p:nvPr>
        </p:nvSpPr>
        <p:spPr>
          <a:xfrm>
            <a:off x="5302050" y="247100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3" name="Google Shape;103;p17"/>
          <p:cNvSpPr/>
          <p:nvPr>
            <p:ph idx="15" type="pic"/>
          </p:nvPr>
        </p:nvSpPr>
        <p:spPr>
          <a:xfrm>
            <a:off x="5269200" y="825750"/>
            <a:ext cx="1342200" cy="1342200"/>
          </a:xfrm>
          <a:prstGeom prst="roundRect">
            <a:avLst>
              <a:gd fmla="val 8618" name="adj"/>
            </a:avLst>
          </a:prstGeom>
          <a:noFill/>
          <a:ln>
            <a:noFill/>
          </a:ln>
        </p:spPr>
      </p:sp>
      <p:sp>
        <p:nvSpPr>
          <p:cNvPr id="104" name="Google Shape;104;p17"/>
          <p:cNvSpPr txBox="1"/>
          <p:nvPr>
            <p:ph idx="16" type="subTitle"/>
          </p:nvPr>
        </p:nvSpPr>
        <p:spPr>
          <a:xfrm>
            <a:off x="2003300" y="441625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5" name="Google Shape;105;p17"/>
          <p:cNvSpPr txBox="1"/>
          <p:nvPr>
            <p:ph idx="17" type="subTitle"/>
          </p:nvPr>
        </p:nvSpPr>
        <p:spPr>
          <a:xfrm>
            <a:off x="2003300" y="462125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6" name="Google Shape;106;p17"/>
          <p:cNvSpPr/>
          <p:nvPr>
            <p:ph idx="18" type="pic"/>
          </p:nvPr>
        </p:nvSpPr>
        <p:spPr>
          <a:xfrm>
            <a:off x="1970450" y="2976000"/>
            <a:ext cx="1342200" cy="1342200"/>
          </a:xfrm>
          <a:prstGeom prst="roundRect">
            <a:avLst>
              <a:gd fmla="val 8618" name="adj"/>
            </a:avLst>
          </a:prstGeom>
          <a:noFill/>
          <a:ln>
            <a:noFill/>
          </a:ln>
        </p:spPr>
      </p:sp>
      <p:sp>
        <p:nvSpPr>
          <p:cNvPr id="107" name="Google Shape;107;p17"/>
          <p:cNvSpPr txBox="1"/>
          <p:nvPr>
            <p:ph idx="19" type="subTitle"/>
          </p:nvPr>
        </p:nvSpPr>
        <p:spPr>
          <a:xfrm>
            <a:off x="3652688" y="441625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8" name="Google Shape;108;p17"/>
          <p:cNvSpPr txBox="1"/>
          <p:nvPr>
            <p:ph idx="20" type="subTitle"/>
          </p:nvPr>
        </p:nvSpPr>
        <p:spPr>
          <a:xfrm>
            <a:off x="3652688" y="462125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9" name="Google Shape;109;p17"/>
          <p:cNvSpPr/>
          <p:nvPr>
            <p:ph idx="21" type="pic"/>
          </p:nvPr>
        </p:nvSpPr>
        <p:spPr>
          <a:xfrm>
            <a:off x="3619838" y="2976000"/>
            <a:ext cx="1342200" cy="1342200"/>
          </a:xfrm>
          <a:prstGeom prst="roundRect">
            <a:avLst>
              <a:gd fmla="val 8618" name="adj"/>
            </a:avLst>
          </a:prstGeom>
          <a:noFill/>
          <a:ln>
            <a:noFill/>
          </a:ln>
        </p:spPr>
      </p:sp>
      <p:sp>
        <p:nvSpPr>
          <p:cNvPr id="110" name="Google Shape;110;p17"/>
          <p:cNvSpPr txBox="1"/>
          <p:nvPr>
            <p:ph idx="22" type="subTitle"/>
          </p:nvPr>
        </p:nvSpPr>
        <p:spPr>
          <a:xfrm>
            <a:off x="5302075" y="441625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1" name="Google Shape;111;p17"/>
          <p:cNvSpPr txBox="1"/>
          <p:nvPr>
            <p:ph idx="23" type="subTitle"/>
          </p:nvPr>
        </p:nvSpPr>
        <p:spPr>
          <a:xfrm>
            <a:off x="5302075" y="462125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2" name="Google Shape;112;p17"/>
          <p:cNvSpPr/>
          <p:nvPr>
            <p:ph idx="24" type="pic"/>
          </p:nvPr>
        </p:nvSpPr>
        <p:spPr>
          <a:xfrm>
            <a:off x="5269225" y="2976000"/>
            <a:ext cx="1342200" cy="1342200"/>
          </a:xfrm>
          <a:prstGeom prst="roundRect">
            <a:avLst>
              <a:gd fmla="val 8618" name="adj"/>
            </a:avLst>
          </a:prstGeom>
          <a:noFill/>
          <a:ln>
            <a:noFill/>
          </a:ln>
        </p:spPr>
      </p:sp>
      <p:sp>
        <p:nvSpPr>
          <p:cNvPr id="113" name="Google Shape;113;p17"/>
          <p:cNvSpPr txBox="1"/>
          <p:nvPr>
            <p:ph idx="25" type="subTitle"/>
          </p:nvPr>
        </p:nvSpPr>
        <p:spPr>
          <a:xfrm>
            <a:off x="6951450" y="4416250"/>
            <a:ext cx="10983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4" name="Google Shape;114;p17"/>
          <p:cNvSpPr txBox="1"/>
          <p:nvPr>
            <p:ph idx="26" type="subTitle"/>
          </p:nvPr>
        </p:nvSpPr>
        <p:spPr>
          <a:xfrm>
            <a:off x="6951450" y="4621250"/>
            <a:ext cx="1257300" cy="1326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5" name="Google Shape;115;p17"/>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116" name="Shape 116"/>
        <p:cNvGrpSpPr/>
        <p:nvPr/>
      </p:nvGrpSpPr>
      <p:grpSpPr>
        <a:xfrm>
          <a:off x="0" y="0"/>
          <a:ext cx="0" cy="0"/>
          <a:chOff x="0" y="0"/>
          <a:chExt cx="0" cy="0"/>
        </a:xfrm>
      </p:grpSpPr>
      <p:sp>
        <p:nvSpPr>
          <p:cNvPr id="117" name="Google Shape;117;p18"/>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118" name="Google Shape;118;p18"/>
          <p:cNvSpPr txBox="1"/>
          <p:nvPr>
            <p:ph idx="1" type="body"/>
          </p:nvPr>
        </p:nvSpPr>
        <p:spPr>
          <a:xfrm>
            <a:off x="228625" y="4191000"/>
            <a:ext cx="1113600" cy="713400"/>
          </a:xfrm>
          <a:prstGeom prst="rect">
            <a:avLst/>
          </a:prstGeom>
        </p:spPr>
        <p:txBody>
          <a:bodyPr anchorCtr="0" anchor="b"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9" name="Google Shape;119;p18"/>
          <p:cNvSpPr/>
          <p:nvPr>
            <p:ph idx="2" type="pic"/>
          </p:nvPr>
        </p:nvSpPr>
        <p:spPr>
          <a:xfrm>
            <a:off x="228575" y="1571250"/>
            <a:ext cx="517500" cy="517500"/>
          </a:xfrm>
          <a:prstGeom prst="ellipse">
            <a:avLst/>
          </a:prstGeom>
          <a:noFill/>
          <a:ln>
            <a:noFill/>
          </a:ln>
        </p:spPr>
      </p:sp>
      <p:sp>
        <p:nvSpPr>
          <p:cNvPr id="120" name="Google Shape;120;p18"/>
          <p:cNvSpPr/>
          <p:nvPr>
            <p:ph idx="3" type="pic"/>
          </p:nvPr>
        </p:nvSpPr>
        <p:spPr>
          <a:xfrm>
            <a:off x="824775" y="1571250"/>
            <a:ext cx="517500" cy="517500"/>
          </a:xfrm>
          <a:prstGeom prst="ellipse">
            <a:avLst/>
          </a:prstGeom>
          <a:noFill/>
          <a:ln>
            <a:noFill/>
          </a:ln>
        </p:spPr>
      </p:sp>
      <p:sp>
        <p:nvSpPr>
          <p:cNvPr id="121" name="Google Shape;121;p18"/>
          <p:cNvSpPr/>
          <p:nvPr>
            <p:ph idx="4" type="pic"/>
          </p:nvPr>
        </p:nvSpPr>
        <p:spPr>
          <a:xfrm>
            <a:off x="228550" y="2165325"/>
            <a:ext cx="517500" cy="517500"/>
          </a:xfrm>
          <a:prstGeom prst="ellipse">
            <a:avLst/>
          </a:prstGeom>
          <a:noFill/>
          <a:ln>
            <a:noFill/>
          </a:ln>
        </p:spPr>
      </p:sp>
      <p:sp>
        <p:nvSpPr>
          <p:cNvPr id="122" name="Google Shape;122;p18"/>
          <p:cNvSpPr/>
          <p:nvPr>
            <p:ph idx="5" type="pic"/>
          </p:nvPr>
        </p:nvSpPr>
        <p:spPr>
          <a:xfrm>
            <a:off x="824750" y="2165325"/>
            <a:ext cx="517500" cy="517500"/>
          </a:xfrm>
          <a:prstGeom prst="ellipse">
            <a:avLst/>
          </a:prstGeom>
          <a:noFill/>
          <a:ln>
            <a:noFill/>
          </a:ln>
        </p:spPr>
      </p:sp>
      <p:sp>
        <p:nvSpPr>
          <p:cNvPr id="123" name="Google Shape;123;p18"/>
          <p:cNvSpPr/>
          <p:nvPr>
            <p:ph idx="6" type="pic"/>
          </p:nvPr>
        </p:nvSpPr>
        <p:spPr>
          <a:xfrm>
            <a:off x="228588" y="2759400"/>
            <a:ext cx="517500" cy="517500"/>
          </a:xfrm>
          <a:prstGeom prst="ellipse">
            <a:avLst/>
          </a:prstGeom>
          <a:noFill/>
          <a:ln>
            <a:noFill/>
          </a:ln>
        </p:spPr>
      </p:sp>
      <p:sp>
        <p:nvSpPr>
          <p:cNvPr id="124" name="Google Shape;124;p18"/>
          <p:cNvSpPr/>
          <p:nvPr>
            <p:ph idx="7" type="pic"/>
          </p:nvPr>
        </p:nvSpPr>
        <p:spPr>
          <a:xfrm>
            <a:off x="824788" y="2759400"/>
            <a:ext cx="517500" cy="517500"/>
          </a:xfrm>
          <a:prstGeom prst="ellipse">
            <a:avLst/>
          </a:prstGeom>
          <a:noFill/>
          <a:ln>
            <a:noFill/>
          </a:ln>
        </p:spPr>
      </p:sp>
      <p:sp>
        <p:nvSpPr>
          <p:cNvPr id="125" name="Google Shape;125;p18"/>
          <p:cNvSpPr/>
          <p:nvPr>
            <p:ph idx="8" type="pic"/>
          </p:nvPr>
        </p:nvSpPr>
        <p:spPr>
          <a:xfrm>
            <a:off x="228563" y="3353475"/>
            <a:ext cx="517500" cy="517500"/>
          </a:xfrm>
          <a:prstGeom prst="ellipse">
            <a:avLst/>
          </a:prstGeom>
          <a:noFill/>
          <a:ln>
            <a:noFill/>
          </a:ln>
        </p:spPr>
      </p:sp>
      <p:sp>
        <p:nvSpPr>
          <p:cNvPr id="126" name="Google Shape;126;p18"/>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bg>
      <p:bgPr>
        <a:solidFill>
          <a:schemeClr val="accent4"/>
        </a:solidFill>
      </p:bgPr>
    </p:bg>
    <p:spTree>
      <p:nvGrpSpPr>
        <p:cNvPr id="127" name="Shape 127"/>
        <p:cNvGrpSpPr/>
        <p:nvPr/>
      </p:nvGrpSpPr>
      <p:grpSpPr>
        <a:xfrm>
          <a:off x="0" y="0"/>
          <a:ext cx="0" cy="0"/>
          <a:chOff x="0" y="0"/>
          <a:chExt cx="0" cy="0"/>
        </a:xfrm>
      </p:grpSpPr>
      <p:sp>
        <p:nvSpPr>
          <p:cNvPr id="128" name="Google Shape;128;p19"/>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129" name="Shape 129"/>
        <p:cNvGrpSpPr/>
        <p:nvPr/>
      </p:nvGrpSpPr>
      <p:grpSpPr>
        <a:xfrm>
          <a:off x="0" y="0"/>
          <a:ext cx="0" cy="0"/>
          <a:chOff x="0" y="0"/>
          <a:chExt cx="0" cy="0"/>
        </a:xfrm>
      </p:grpSpPr>
      <p:sp>
        <p:nvSpPr>
          <p:cNvPr id="130" name="Google Shape;130;p20"/>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31" name="Google Shape;131;p20"/>
          <p:cNvSpPr txBox="1"/>
          <p:nvPr>
            <p:ph idx="1" type="subTitle"/>
          </p:nvPr>
        </p:nvSpPr>
        <p:spPr>
          <a:xfrm>
            <a:off x="228600" y="952675"/>
            <a:ext cx="6480300" cy="1703400"/>
          </a:xfrm>
          <a:prstGeom prst="rect">
            <a:avLst/>
          </a:prstGeom>
        </p:spPr>
        <p:txBody>
          <a:bodyPr anchorCtr="0" anchor="t" bIns="0" lIns="0" spcFirstLastPara="1" rIns="0" wrap="square" tIns="0">
            <a:norm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132" name="Shape 132"/>
        <p:cNvGrpSpPr/>
        <p:nvPr/>
      </p:nvGrpSpPr>
      <p:grpSpPr>
        <a:xfrm>
          <a:off x="0" y="0"/>
          <a:ext cx="0" cy="0"/>
          <a:chOff x="0" y="0"/>
          <a:chExt cx="0" cy="0"/>
        </a:xfrm>
      </p:grpSpPr>
      <p:sp>
        <p:nvSpPr>
          <p:cNvPr id="133" name="Google Shape;133;p21"/>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34" name="Google Shape;134;p21"/>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5" name="Google Shape;135;p21"/>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6" name="Google Shape;136;p21"/>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7" name="Google Shape;137;p21"/>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8" name="Google Shape;138;p21"/>
          <p:cNvSpPr txBox="1"/>
          <p:nvPr>
            <p:ph idx="5" type="subTitle"/>
          </p:nvPr>
        </p:nvSpPr>
        <p:spPr>
          <a:xfrm>
            <a:off x="381950" y="2393500"/>
            <a:ext cx="1854900" cy="314100"/>
          </a:xfrm>
          <a:prstGeom prst="rect">
            <a:avLst/>
          </a:prstGeom>
        </p:spPr>
        <p:txBody>
          <a:bodyPr anchorCtr="0" anchor="t" bIns="91425" lIns="0" spcFirstLastPara="1" rIns="91425" wrap="square" tIns="0">
            <a:normAutofit/>
          </a:bodyPr>
          <a:lstStyle>
            <a:lvl1pPr lvl="0">
              <a:spcBef>
                <a:spcPts val="0"/>
              </a:spcBef>
              <a:spcAft>
                <a:spcPts val="0"/>
              </a:spcAft>
              <a:buSzPts val="1800"/>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9" name="Google Shape;139;p21"/>
          <p:cNvSpPr txBox="1"/>
          <p:nvPr>
            <p:ph idx="6" type="subTitle"/>
          </p:nvPr>
        </p:nvSpPr>
        <p:spPr>
          <a:xfrm>
            <a:off x="2574000" y="2378475"/>
            <a:ext cx="1854900" cy="314100"/>
          </a:xfrm>
          <a:prstGeom prst="rect">
            <a:avLst/>
          </a:prstGeom>
        </p:spPr>
        <p:txBody>
          <a:bodyPr anchorCtr="0" anchor="t" bIns="91425" lIns="0" spcFirstLastPara="1" rIns="91425" wrap="square" tIns="0">
            <a:normAutofit/>
          </a:bodyPr>
          <a:lstStyle>
            <a:lvl1pPr lvl="0">
              <a:spcBef>
                <a:spcPts val="0"/>
              </a:spcBef>
              <a:spcAft>
                <a:spcPts val="0"/>
              </a:spcAft>
              <a:buSzPts val="1800"/>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40" name="Google Shape;140;p21"/>
          <p:cNvSpPr txBox="1"/>
          <p:nvPr>
            <p:ph idx="7" type="subTitle"/>
          </p:nvPr>
        </p:nvSpPr>
        <p:spPr>
          <a:xfrm>
            <a:off x="4806538" y="2378475"/>
            <a:ext cx="1822800" cy="314100"/>
          </a:xfrm>
          <a:prstGeom prst="rect">
            <a:avLst/>
          </a:prstGeom>
        </p:spPr>
        <p:txBody>
          <a:bodyPr anchorCtr="0" anchor="t" bIns="91425" lIns="0" spcFirstLastPara="1" rIns="91425" wrap="square" tIns="0">
            <a:normAutofit/>
          </a:bodyPr>
          <a:lstStyle>
            <a:lvl1pPr lvl="0">
              <a:spcBef>
                <a:spcPts val="0"/>
              </a:spcBef>
              <a:spcAft>
                <a:spcPts val="0"/>
              </a:spcAft>
              <a:buSzPts val="1800"/>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41" name="Google Shape;141;p21"/>
          <p:cNvSpPr txBox="1"/>
          <p:nvPr>
            <p:ph idx="8" type="subTitle"/>
          </p:nvPr>
        </p:nvSpPr>
        <p:spPr>
          <a:xfrm>
            <a:off x="7007100" y="2378475"/>
            <a:ext cx="1822800" cy="314100"/>
          </a:xfrm>
          <a:prstGeom prst="rect">
            <a:avLst/>
          </a:prstGeom>
        </p:spPr>
        <p:txBody>
          <a:bodyPr anchorCtr="0" anchor="t" bIns="91425" lIns="0" spcFirstLastPara="1" rIns="91425" wrap="square" tIns="0">
            <a:normAutofit/>
          </a:bodyPr>
          <a:lstStyle>
            <a:lvl1pPr lvl="0">
              <a:spcBef>
                <a:spcPts val="0"/>
              </a:spcBef>
              <a:spcAft>
                <a:spcPts val="0"/>
              </a:spcAft>
              <a:buSzPts val="1800"/>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bg>
      <p:bgPr>
        <a:solidFill>
          <a:schemeClr val="accent5"/>
        </a:solidFill>
      </p:bgPr>
    </p:bg>
    <p:spTree>
      <p:nvGrpSpPr>
        <p:cNvPr id="142" name="Shape 142"/>
        <p:cNvGrpSpPr/>
        <p:nvPr/>
      </p:nvGrpSpPr>
      <p:grpSpPr>
        <a:xfrm>
          <a:off x="0" y="0"/>
          <a:ext cx="0" cy="0"/>
          <a:chOff x="0" y="0"/>
          <a:chExt cx="0" cy="0"/>
        </a:xfrm>
      </p:grpSpPr>
      <p:sp>
        <p:nvSpPr>
          <p:cNvPr id="143" name="Google Shape;143;p22"/>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144" name="Google Shape;144;p22"/>
          <p:cNvSpPr txBox="1"/>
          <p:nvPr>
            <p:ph idx="1" type="subTitle"/>
          </p:nvPr>
        </p:nvSpPr>
        <p:spPr>
          <a:xfrm>
            <a:off x="228600" y="952675"/>
            <a:ext cx="6480300" cy="1703400"/>
          </a:xfrm>
          <a:prstGeom prst="rect">
            <a:avLst/>
          </a:prstGeom>
        </p:spPr>
        <p:txBody>
          <a:bodyPr anchorCtr="0" anchor="t" bIns="0" lIns="0" spcFirstLastPara="1" rIns="0" wrap="square" tIns="0">
            <a:norm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bg>
      <p:bgPr>
        <a:solidFill>
          <a:schemeClr val="accent5"/>
        </a:solidFill>
      </p:bgPr>
    </p:bg>
    <p:spTree>
      <p:nvGrpSpPr>
        <p:cNvPr id="145" name="Shape 145"/>
        <p:cNvGrpSpPr/>
        <p:nvPr/>
      </p:nvGrpSpPr>
      <p:grpSpPr>
        <a:xfrm>
          <a:off x="0" y="0"/>
          <a:ext cx="0" cy="0"/>
          <a:chOff x="0" y="0"/>
          <a:chExt cx="0" cy="0"/>
        </a:xfrm>
      </p:grpSpPr>
      <p:sp>
        <p:nvSpPr>
          <p:cNvPr id="146" name="Google Shape;146;p23"/>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147" name="Google Shape;147;p23"/>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148" name="Shape 148"/>
        <p:cNvGrpSpPr/>
        <p:nvPr/>
      </p:nvGrpSpPr>
      <p:grpSpPr>
        <a:xfrm>
          <a:off x="0" y="0"/>
          <a:ext cx="0" cy="0"/>
          <a:chOff x="0" y="0"/>
          <a:chExt cx="0" cy="0"/>
        </a:xfrm>
      </p:grpSpPr>
      <p:sp>
        <p:nvSpPr>
          <p:cNvPr id="149" name="Google Shape;149;p24"/>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50" name="Google Shape;150;p24"/>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151" name="Google Shape;151;p24"/>
          <p:cNvSpPr txBox="1"/>
          <p:nvPr>
            <p:ph idx="1" type="subTitle"/>
          </p:nvPr>
        </p:nvSpPr>
        <p:spPr>
          <a:xfrm>
            <a:off x="228600" y="4619400"/>
            <a:ext cx="1231800" cy="3048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152" name="Google Shape;152;p24"/>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53" name="Google Shape;153;p24"/>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154" name="Shape 154"/>
        <p:cNvGrpSpPr/>
        <p:nvPr/>
      </p:nvGrpSpPr>
      <p:grpSpPr>
        <a:xfrm>
          <a:off x="0" y="0"/>
          <a:ext cx="0" cy="0"/>
          <a:chOff x="0" y="0"/>
          <a:chExt cx="0" cy="0"/>
        </a:xfrm>
      </p:grpSpPr>
      <p:sp>
        <p:nvSpPr>
          <p:cNvPr id="155" name="Google Shape;155;p25"/>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156" name="Google Shape;156;p25"/>
          <p:cNvSpPr txBox="1"/>
          <p:nvPr>
            <p:ph idx="1" type="subTitle"/>
          </p:nvPr>
        </p:nvSpPr>
        <p:spPr>
          <a:xfrm>
            <a:off x="228600" y="4619400"/>
            <a:ext cx="1231800" cy="3048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157" name="Shape 157"/>
        <p:cNvGrpSpPr/>
        <p:nvPr/>
      </p:nvGrpSpPr>
      <p:grpSpPr>
        <a:xfrm>
          <a:off x="0" y="0"/>
          <a:ext cx="0" cy="0"/>
          <a:chOff x="0" y="0"/>
          <a:chExt cx="0" cy="0"/>
        </a:xfrm>
      </p:grpSpPr>
      <p:sp>
        <p:nvSpPr>
          <p:cNvPr id="158" name="Google Shape;158;p26"/>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159" name="Shape 159"/>
        <p:cNvGrpSpPr/>
        <p:nvPr/>
      </p:nvGrpSpPr>
      <p:grpSpPr>
        <a:xfrm>
          <a:off x="0" y="0"/>
          <a:ext cx="0" cy="0"/>
          <a:chOff x="0" y="0"/>
          <a:chExt cx="0" cy="0"/>
        </a:xfrm>
      </p:grpSpPr>
      <p:sp>
        <p:nvSpPr>
          <p:cNvPr id="160" name="Google Shape;160;p27"/>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61" name="Google Shape;161;p27"/>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162" name="Google Shape;162;p27"/>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63" name="Google Shape;163;p27"/>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64" name="Google Shape;164;p27"/>
          <p:cNvSpPr txBox="1"/>
          <p:nvPr>
            <p:ph idx="3" type="body"/>
          </p:nvPr>
        </p:nvSpPr>
        <p:spPr>
          <a:xfrm>
            <a:off x="228600" y="3692075"/>
            <a:ext cx="1956900" cy="985800"/>
          </a:xfrm>
          <a:prstGeom prst="rect">
            <a:avLst/>
          </a:prstGeom>
        </p:spPr>
        <p:txBody>
          <a:bodyPr anchorCtr="0" anchor="t"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65" name="Google Shape;165;p27"/>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66" name="Google Shape;166;p27"/>
          <p:cNvSpPr txBox="1"/>
          <p:nvPr>
            <p:ph idx="5" type="body"/>
          </p:nvPr>
        </p:nvSpPr>
        <p:spPr>
          <a:xfrm>
            <a:off x="2557500" y="3692075"/>
            <a:ext cx="1956900" cy="985800"/>
          </a:xfrm>
          <a:prstGeom prst="rect">
            <a:avLst/>
          </a:prstGeom>
        </p:spPr>
        <p:txBody>
          <a:bodyPr anchorCtr="0" anchor="t"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67" name="Google Shape;167;p27"/>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_2">
    <p:spTree>
      <p:nvGrpSpPr>
        <p:cNvPr id="168" name="Shape 168"/>
        <p:cNvGrpSpPr/>
        <p:nvPr/>
      </p:nvGrpSpPr>
      <p:grpSpPr>
        <a:xfrm>
          <a:off x="0" y="0"/>
          <a:ext cx="0" cy="0"/>
          <a:chOff x="0" y="0"/>
          <a:chExt cx="0" cy="0"/>
        </a:xfrm>
      </p:grpSpPr>
      <p:sp>
        <p:nvSpPr>
          <p:cNvPr id="169" name="Google Shape;169;p28"/>
          <p:cNvSpPr txBox="1"/>
          <p:nvPr>
            <p:ph type="title"/>
          </p:nvPr>
        </p:nvSpPr>
        <p:spPr>
          <a:xfrm>
            <a:off x="228300" y="921925"/>
            <a:ext cx="3236700" cy="277200"/>
          </a:xfrm>
          <a:prstGeom prst="rect">
            <a:avLst/>
          </a:prstGeom>
        </p:spPr>
        <p:txBody>
          <a:bodyPr anchorCtr="0" anchor="ctr" bIns="0" lIns="0" spcFirstLastPara="1" rIns="0" wrap="square" tIns="0">
            <a:norm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70" name="Google Shape;170;p28"/>
          <p:cNvSpPr txBox="1"/>
          <p:nvPr>
            <p:ph idx="2" type="title"/>
          </p:nvPr>
        </p:nvSpPr>
        <p:spPr>
          <a:xfrm>
            <a:off x="4788000" y="917325"/>
            <a:ext cx="3236700" cy="277200"/>
          </a:xfrm>
          <a:prstGeom prst="rect">
            <a:avLst/>
          </a:prstGeom>
        </p:spPr>
        <p:txBody>
          <a:bodyPr anchorCtr="0" anchor="ctr" bIns="0" lIns="0" spcFirstLastPara="1" rIns="0" wrap="square" tIns="0">
            <a:norm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71" name="Google Shape;171;p28"/>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2" name="Google Shape;172;p28"/>
          <p:cNvSpPr txBox="1"/>
          <p:nvPr>
            <p:ph idx="3" type="body"/>
          </p:nvPr>
        </p:nvSpPr>
        <p:spPr>
          <a:xfrm>
            <a:off x="4781100" y="1345400"/>
            <a:ext cx="4134300" cy="1104000"/>
          </a:xfrm>
          <a:prstGeom prst="rect">
            <a:avLst/>
          </a:prstGeom>
        </p:spPr>
        <p:txBody>
          <a:bodyPr anchorCtr="0" anchor="t"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3" name="Google Shape;173;p28"/>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74" name="Google Shape;174;p28"/>
          <p:cNvSpPr txBox="1"/>
          <p:nvPr>
            <p:ph idx="5" type="body"/>
          </p:nvPr>
        </p:nvSpPr>
        <p:spPr>
          <a:xfrm>
            <a:off x="5058000" y="3595225"/>
            <a:ext cx="1656900" cy="985800"/>
          </a:xfrm>
          <a:prstGeom prst="rect">
            <a:avLst/>
          </a:prstGeom>
        </p:spPr>
        <p:txBody>
          <a:bodyPr anchorCtr="0" anchor="t"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5" name="Google Shape;175;p28"/>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76" name="Google Shape;176;p28"/>
          <p:cNvSpPr txBox="1"/>
          <p:nvPr>
            <p:ph idx="7" type="body"/>
          </p:nvPr>
        </p:nvSpPr>
        <p:spPr>
          <a:xfrm>
            <a:off x="2438171" y="3595213"/>
            <a:ext cx="1656900" cy="985800"/>
          </a:xfrm>
          <a:prstGeom prst="rect">
            <a:avLst/>
          </a:prstGeom>
        </p:spPr>
        <p:txBody>
          <a:bodyPr anchorCtr="0" anchor="t" bIns="0" lIns="0" spcFirstLastPara="1" rIns="0" wrap="square" tIns="0">
            <a:norm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7" name="Google Shape;177;p28"/>
          <p:cNvSpPr/>
          <p:nvPr>
            <p:ph idx="8" type="pic"/>
          </p:nvPr>
        </p:nvSpPr>
        <p:spPr>
          <a:xfrm>
            <a:off x="0" y="3029625"/>
            <a:ext cx="2178300" cy="1895700"/>
          </a:xfrm>
          <a:prstGeom prst="rect">
            <a:avLst/>
          </a:prstGeom>
          <a:noFill/>
          <a:ln>
            <a:noFill/>
          </a:ln>
        </p:spPr>
      </p:sp>
      <p:sp>
        <p:nvSpPr>
          <p:cNvPr id="178" name="Google Shape;178;p28"/>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179" name="Shape 179"/>
        <p:cNvGrpSpPr/>
        <p:nvPr/>
      </p:nvGrpSpPr>
      <p:grpSpPr>
        <a:xfrm>
          <a:off x="0" y="0"/>
          <a:ext cx="0" cy="0"/>
          <a:chOff x="0" y="0"/>
          <a:chExt cx="0" cy="0"/>
        </a:xfrm>
      </p:grpSpPr>
      <p:sp>
        <p:nvSpPr>
          <p:cNvPr id="180" name="Google Shape;180;p29"/>
          <p:cNvSpPr/>
          <p:nvPr>
            <p:ph idx="2" type="pic"/>
          </p:nvPr>
        </p:nvSpPr>
        <p:spPr>
          <a:xfrm>
            <a:off x="4577975" y="632250"/>
            <a:ext cx="4349400" cy="4281600"/>
          </a:xfrm>
          <a:prstGeom prst="roundRect">
            <a:avLst>
              <a:gd fmla="val 6217" name="adj"/>
            </a:avLst>
          </a:prstGeom>
          <a:noFill/>
          <a:ln>
            <a:noFill/>
          </a:ln>
        </p:spPr>
      </p:sp>
      <p:sp>
        <p:nvSpPr>
          <p:cNvPr id="181" name="Google Shape;181;p29"/>
          <p:cNvSpPr/>
          <p:nvPr>
            <p:ph idx="3" type="pic"/>
          </p:nvPr>
        </p:nvSpPr>
        <p:spPr>
          <a:xfrm>
            <a:off x="228775" y="2621175"/>
            <a:ext cx="4238400" cy="2293500"/>
          </a:xfrm>
          <a:prstGeom prst="roundRect">
            <a:avLst>
              <a:gd fmla="val 9802" name="adj"/>
            </a:avLst>
          </a:prstGeom>
          <a:noFill/>
          <a:ln>
            <a:noFill/>
          </a:ln>
        </p:spPr>
      </p:sp>
      <p:sp>
        <p:nvSpPr>
          <p:cNvPr id="182" name="Google Shape;182;p29"/>
          <p:cNvSpPr/>
          <p:nvPr>
            <p:ph idx="4" type="pic"/>
          </p:nvPr>
        </p:nvSpPr>
        <p:spPr>
          <a:xfrm>
            <a:off x="228775" y="632025"/>
            <a:ext cx="2068500" cy="1890900"/>
          </a:xfrm>
          <a:prstGeom prst="roundRect">
            <a:avLst>
              <a:gd fmla="val 11889" name="adj"/>
            </a:avLst>
          </a:prstGeom>
          <a:noFill/>
          <a:ln>
            <a:noFill/>
          </a:ln>
        </p:spPr>
      </p:sp>
      <p:sp>
        <p:nvSpPr>
          <p:cNvPr id="183" name="Google Shape;183;p29"/>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184" name="Shape 184"/>
        <p:cNvGrpSpPr/>
        <p:nvPr/>
      </p:nvGrpSpPr>
      <p:grpSpPr>
        <a:xfrm>
          <a:off x="0" y="0"/>
          <a:ext cx="0" cy="0"/>
          <a:chOff x="0" y="0"/>
          <a:chExt cx="0" cy="0"/>
        </a:xfrm>
      </p:grpSpPr>
      <p:sp>
        <p:nvSpPr>
          <p:cNvPr id="185" name="Google Shape;185;p30"/>
          <p:cNvSpPr/>
          <p:nvPr>
            <p:ph idx="2" type="pic"/>
          </p:nvPr>
        </p:nvSpPr>
        <p:spPr>
          <a:xfrm>
            <a:off x="228625" y="632025"/>
            <a:ext cx="2085300" cy="2768700"/>
          </a:xfrm>
          <a:prstGeom prst="round2SameRect">
            <a:avLst>
              <a:gd fmla="val 11780" name="adj1"/>
              <a:gd fmla="val 0" name="adj2"/>
            </a:avLst>
          </a:prstGeom>
          <a:noFill/>
          <a:ln>
            <a:noFill/>
          </a:ln>
        </p:spPr>
      </p:sp>
      <p:sp>
        <p:nvSpPr>
          <p:cNvPr id="186" name="Google Shape;186;p30"/>
          <p:cNvSpPr txBox="1"/>
          <p:nvPr>
            <p:ph idx="1" type="subTitle"/>
          </p:nvPr>
        </p:nvSpPr>
        <p:spPr>
          <a:xfrm>
            <a:off x="401700" y="3568050"/>
            <a:ext cx="1702200" cy="377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87" name="Google Shape;187;p30"/>
          <p:cNvSpPr/>
          <p:nvPr>
            <p:ph idx="3" type="pic"/>
          </p:nvPr>
        </p:nvSpPr>
        <p:spPr>
          <a:xfrm>
            <a:off x="2429113" y="631925"/>
            <a:ext cx="2085300" cy="2768700"/>
          </a:xfrm>
          <a:prstGeom prst="round2SameRect">
            <a:avLst>
              <a:gd fmla="val 11780" name="adj1"/>
              <a:gd fmla="val 0" name="adj2"/>
            </a:avLst>
          </a:prstGeom>
          <a:noFill/>
          <a:ln>
            <a:noFill/>
          </a:ln>
        </p:spPr>
      </p:sp>
      <p:sp>
        <p:nvSpPr>
          <p:cNvPr id="188" name="Google Shape;188;p30"/>
          <p:cNvSpPr txBox="1"/>
          <p:nvPr>
            <p:ph idx="4" type="subTitle"/>
          </p:nvPr>
        </p:nvSpPr>
        <p:spPr>
          <a:xfrm>
            <a:off x="2602188" y="3567950"/>
            <a:ext cx="1702200" cy="377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89" name="Google Shape;189;p30"/>
          <p:cNvSpPr/>
          <p:nvPr>
            <p:ph idx="5" type="pic"/>
          </p:nvPr>
        </p:nvSpPr>
        <p:spPr>
          <a:xfrm>
            <a:off x="4629600" y="631925"/>
            <a:ext cx="2085300" cy="2768700"/>
          </a:xfrm>
          <a:prstGeom prst="round2SameRect">
            <a:avLst>
              <a:gd fmla="val 11780" name="adj1"/>
              <a:gd fmla="val 0" name="adj2"/>
            </a:avLst>
          </a:prstGeom>
          <a:noFill/>
          <a:ln>
            <a:noFill/>
          </a:ln>
        </p:spPr>
      </p:sp>
      <p:sp>
        <p:nvSpPr>
          <p:cNvPr id="190" name="Google Shape;190;p30"/>
          <p:cNvSpPr txBox="1"/>
          <p:nvPr>
            <p:ph idx="6" type="subTitle"/>
          </p:nvPr>
        </p:nvSpPr>
        <p:spPr>
          <a:xfrm>
            <a:off x="4802675" y="3567950"/>
            <a:ext cx="1702200" cy="377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91" name="Google Shape;191;p30"/>
          <p:cNvSpPr/>
          <p:nvPr>
            <p:ph idx="7" type="pic"/>
          </p:nvPr>
        </p:nvSpPr>
        <p:spPr>
          <a:xfrm>
            <a:off x="6830075" y="632025"/>
            <a:ext cx="2085300" cy="2768700"/>
          </a:xfrm>
          <a:prstGeom prst="round2SameRect">
            <a:avLst>
              <a:gd fmla="val 11780" name="adj1"/>
              <a:gd fmla="val 0" name="adj2"/>
            </a:avLst>
          </a:prstGeom>
          <a:noFill/>
          <a:ln>
            <a:noFill/>
          </a:ln>
        </p:spPr>
      </p:sp>
      <p:sp>
        <p:nvSpPr>
          <p:cNvPr id="192" name="Google Shape;192;p30"/>
          <p:cNvSpPr txBox="1"/>
          <p:nvPr>
            <p:ph idx="8" type="subTitle"/>
          </p:nvPr>
        </p:nvSpPr>
        <p:spPr>
          <a:xfrm>
            <a:off x="7003150" y="3568050"/>
            <a:ext cx="1702200" cy="377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_1_1_1_1_1_1_1_1_1_4">
    <p:spTree>
      <p:nvGrpSpPr>
        <p:cNvPr id="193" name="Shape 193"/>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194" name="Shape 194"/>
        <p:cNvGrpSpPr/>
        <p:nvPr/>
      </p:nvGrpSpPr>
      <p:grpSpPr>
        <a:xfrm>
          <a:off x="0" y="0"/>
          <a:ext cx="0" cy="0"/>
          <a:chOff x="0" y="0"/>
          <a:chExt cx="0" cy="0"/>
        </a:xfrm>
      </p:grpSpPr>
      <p:sp>
        <p:nvSpPr>
          <p:cNvPr id="195" name="Google Shape;195;p32"/>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196" name="Google Shape;196;p32"/>
          <p:cNvSpPr/>
          <p:nvPr>
            <p:ph idx="2" type="pic"/>
          </p:nvPr>
        </p:nvSpPr>
        <p:spPr>
          <a:xfrm>
            <a:off x="230700" y="911875"/>
            <a:ext cx="1751400" cy="2634000"/>
          </a:xfrm>
          <a:prstGeom prst="round2SameRect">
            <a:avLst>
              <a:gd fmla="val 12650" name="adj1"/>
              <a:gd fmla="val 0" name="adj2"/>
            </a:avLst>
          </a:prstGeom>
          <a:noFill/>
          <a:ln>
            <a:noFill/>
          </a:ln>
        </p:spPr>
      </p:sp>
      <p:sp>
        <p:nvSpPr>
          <p:cNvPr id="197" name="Google Shape;197;p32"/>
          <p:cNvSpPr txBox="1"/>
          <p:nvPr>
            <p:ph idx="1" type="subTitle"/>
          </p:nvPr>
        </p:nvSpPr>
        <p:spPr>
          <a:xfrm>
            <a:off x="314750" y="3677475"/>
            <a:ext cx="1565400" cy="389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98" name="Google Shape;198;p32"/>
          <p:cNvSpPr/>
          <p:nvPr>
            <p:ph idx="3" type="pic"/>
          </p:nvPr>
        </p:nvSpPr>
        <p:spPr>
          <a:xfrm>
            <a:off x="2867100" y="480475"/>
            <a:ext cx="1746300" cy="1337400"/>
          </a:xfrm>
          <a:prstGeom prst="round2SameRect">
            <a:avLst>
              <a:gd fmla="val 11765" name="adj1"/>
              <a:gd fmla="val 0" name="adj2"/>
            </a:avLst>
          </a:prstGeom>
          <a:noFill/>
          <a:ln>
            <a:noFill/>
          </a:ln>
        </p:spPr>
      </p:sp>
      <p:sp>
        <p:nvSpPr>
          <p:cNvPr id="199" name="Google Shape;199;p32"/>
          <p:cNvSpPr/>
          <p:nvPr>
            <p:ph idx="4" type="pic"/>
          </p:nvPr>
        </p:nvSpPr>
        <p:spPr>
          <a:xfrm>
            <a:off x="2867100" y="2804388"/>
            <a:ext cx="1746300" cy="1337400"/>
          </a:xfrm>
          <a:prstGeom prst="round2SameRect">
            <a:avLst>
              <a:gd fmla="val 11765" name="adj1"/>
              <a:gd fmla="val 0" name="adj2"/>
            </a:avLst>
          </a:prstGeom>
          <a:noFill/>
          <a:ln>
            <a:noFill/>
          </a:ln>
        </p:spPr>
      </p:sp>
      <p:sp>
        <p:nvSpPr>
          <p:cNvPr id="200" name="Google Shape;200;p32"/>
          <p:cNvSpPr/>
          <p:nvPr>
            <p:ph idx="5" type="pic"/>
          </p:nvPr>
        </p:nvSpPr>
        <p:spPr>
          <a:xfrm rot="-5400000">
            <a:off x="5934450" y="-27825"/>
            <a:ext cx="1344300" cy="2202000"/>
          </a:xfrm>
          <a:prstGeom prst="round2SameRect">
            <a:avLst>
              <a:gd fmla="val 9438" name="adj1"/>
              <a:gd fmla="val 0" name="adj2"/>
            </a:avLst>
          </a:prstGeom>
          <a:noFill/>
          <a:ln>
            <a:noFill/>
          </a:ln>
        </p:spPr>
      </p:sp>
      <p:sp>
        <p:nvSpPr>
          <p:cNvPr id="201" name="Google Shape;201;p32"/>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202" name="Google Shape;202;p32"/>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203" name="Google Shape;203;p32"/>
          <p:cNvSpPr txBox="1"/>
          <p:nvPr>
            <p:ph idx="8" type="subTitle"/>
          </p:nvPr>
        </p:nvSpPr>
        <p:spPr>
          <a:xfrm>
            <a:off x="2961150" y="1899800"/>
            <a:ext cx="1565400" cy="389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04" name="Google Shape;204;p32"/>
          <p:cNvSpPr txBox="1"/>
          <p:nvPr>
            <p:ph idx="9" type="subTitle"/>
          </p:nvPr>
        </p:nvSpPr>
        <p:spPr>
          <a:xfrm>
            <a:off x="2961150" y="4252075"/>
            <a:ext cx="1565400" cy="389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05" name="Google Shape;205;p32"/>
          <p:cNvSpPr txBox="1"/>
          <p:nvPr>
            <p:ph idx="13" type="subTitle"/>
          </p:nvPr>
        </p:nvSpPr>
        <p:spPr>
          <a:xfrm>
            <a:off x="7827000" y="522700"/>
            <a:ext cx="952500" cy="1070400"/>
          </a:xfrm>
          <a:prstGeom prst="rect">
            <a:avLst/>
          </a:prstGeom>
        </p:spPr>
        <p:txBody>
          <a:bodyPr anchorCtr="0" anchor="t" bIns="0" lIns="0" spcFirstLastPara="1" rIns="0" wrap="square" tIns="0">
            <a:norm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06" name="Google Shape;206;p32"/>
          <p:cNvSpPr txBox="1"/>
          <p:nvPr>
            <p:ph idx="14" type="subTitle"/>
          </p:nvPr>
        </p:nvSpPr>
        <p:spPr>
          <a:xfrm>
            <a:off x="7827000" y="2036750"/>
            <a:ext cx="952500" cy="1070400"/>
          </a:xfrm>
          <a:prstGeom prst="rect">
            <a:avLst/>
          </a:prstGeom>
        </p:spPr>
        <p:txBody>
          <a:bodyPr anchorCtr="0" anchor="t" bIns="0" lIns="0" spcFirstLastPara="1" rIns="0" wrap="square" tIns="0">
            <a:norm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07" name="Google Shape;207;p32"/>
          <p:cNvSpPr txBox="1"/>
          <p:nvPr>
            <p:ph idx="15" type="subTitle"/>
          </p:nvPr>
        </p:nvSpPr>
        <p:spPr>
          <a:xfrm>
            <a:off x="7827000" y="3550800"/>
            <a:ext cx="952500" cy="1070400"/>
          </a:xfrm>
          <a:prstGeom prst="rect">
            <a:avLst/>
          </a:prstGeom>
        </p:spPr>
        <p:txBody>
          <a:bodyPr anchorCtr="0" anchor="t" bIns="0" lIns="0" spcFirstLastPara="1" rIns="0" wrap="square" tIns="0">
            <a:norm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208" name="Shape 208"/>
        <p:cNvGrpSpPr/>
        <p:nvPr/>
      </p:nvGrpSpPr>
      <p:grpSpPr>
        <a:xfrm>
          <a:off x="0" y="0"/>
          <a:ext cx="0" cy="0"/>
          <a:chOff x="0" y="0"/>
          <a:chExt cx="0" cy="0"/>
        </a:xfrm>
      </p:grpSpPr>
      <p:sp>
        <p:nvSpPr>
          <p:cNvPr id="209" name="Google Shape;209;p33"/>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210" name="Google Shape;210;p33"/>
          <p:cNvSpPr txBox="1"/>
          <p:nvPr>
            <p:ph idx="1" type="body"/>
          </p:nvPr>
        </p:nvSpPr>
        <p:spPr>
          <a:xfrm>
            <a:off x="347850" y="1888450"/>
            <a:ext cx="1780800" cy="14328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1" name="Google Shape;211;p33"/>
          <p:cNvSpPr txBox="1"/>
          <p:nvPr>
            <p:ph idx="2" type="body"/>
          </p:nvPr>
        </p:nvSpPr>
        <p:spPr>
          <a:xfrm>
            <a:off x="6079400" y="405850"/>
            <a:ext cx="2683500" cy="7785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2" name="Google Shape;212;p33"/>
          <p:cNvSpPr txBox="1"/>
          <p:nvPr>
            <p:ph idx="3" type="body"/>
          </p:nvPr>
        </p:nvSpPr>
        <p:spPr>
          <a:xfrm>
            <a:off x="6079400" y="1606817"/>
            <a:ext cx="2683500" cy="7785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3" name="Google Shape;213;p33"/>
          <p:cNvSpPr txBox="1"/>
          <p:nvPr>
            <p:ph idx="4" type="body"/>
          </p:nvPr>
        </p:nvSpPr>
        <p:spPr>
          <a:xfrm>
            <a:off x="6079400" y="2807783"/>
            <a:ext cx="2683500" cy="7785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4" name="Google Shape;214;p33"/>
          <p:cNvSpPr txBox="1"/>
          <p:nvPr>
            <p:ph idx="5" type="body"/>
          </p:nvPr>
        </p:nvSpPr>
        <p:spPr>
          <a:xfrm>
            <a:off x="6079400" y="4008750"/>
            <a:ext cx="2683500" cy="7785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5" name="Google Shape;215;p33"/>
          <p:cNvSpPr txBox="1"/>
          <p:nvPr>
            <p:ph idx="6" type="body"/>
          </p:nvPr>
        </p:nvSpPr>
        <p:spPr>
          <a:xfrm>
            <a:off x="3213625" y="662625"/>
            <a:ext cx="1780800" cy="14328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6" name="Google Shape;216;p33"/>
          <p:cNvSpPr txBox="1"/>
          <p:nvPr>
            <p:ph idx="7" type="body"/>
          </p:nvPr>
        </p:nvSpPr>
        <p:spPr>
          <a:xfrm>
            <a:off x="3213625" y="3056300"/>
            <a:ext cx="1780800" cy="14328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_3">
    <p:spTree>
      <p:nvGrpSpPr>
        <p:cNvPr id="217" name="Shape 217"/>
        <p:cNvGrpSpPr/>
        <p:nvPr/>
      </p:nvGrpSpPr>
      <p:grpSpPr>
        <a:xfrm>
          <a:off x="0" y="0"/>
          <a:ext cx="0" cy="0"/>
          <a:chOff x="0" y="0"/>
          <a:chExt cx="0" cy="0"/>
        </a:xfrm>
      </p:grpSpPr>
      <p:sp>
        <p:nvSpPr>
          <p:cNvPr id="218" name="Google Shape;218;p34"/>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19" name="Google Shape;219;p34"/>
          <p:cNvSpPr txBox="1"/>
          <p:nvPr>
            <p:ph idx="1" type="subTitle"/>
          </p:nvPr>
        </p:nvSpPr>
        <p:spPr>
          <a:xfrm>
            <a:off x="293700" y="295600"/>
            <a:ext cx="772500" cy="161400"/>
          </a:xfrm>
          <a:prstGeom prst="rect">
            <a:avLst/>
          </a:prstGeom>
        </p:spPr>
        <p:txBody>
          <a:bodyPr anchorCtr="0" anchor="t" bIns="0" lIns="0" spcFirstLastPara="1" rIns="0" wrap="square" tIns="0">
            <a:norm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4"/>
          <p:cNvSpPr txBox="1"/>
          <p:nvPr>
            <p:ph idx="2" type="subTitle"/>
          </p:nvPr>
        </p:nvSpPr>
        <p:spPr>
          <a:xfrm>
            <a:off x="4810050" y="462400"/>
            <a:ext cx="4048500" cy="440400"/>
          </a:xfrm>
          <a:prstGeom prst="rect">
            <a:avLst/>
          </a:prstGeom>
        </p:spPr>
        <p:txBody>
          <a:bodyPr anchorCtr="0" anchor="ctr" bIns="0" lIns="0" spcFirstLastPara="1" rIns="0" wrap="square" tIns="0">
            <a:normAutofit/>
          </a:bodyPr>
          <a:lstStyle>
            <a:lvl1pPr lvl="0" algn="ctr">
              <a:spcBef>
                <a:spcPts val="0"/>
              </a:spcBef>
              <a:spcAft>
                <a:spcPts val="0"/>
              </a:spcAft>
              <a:buSzPts val="1000"/>
              <a:buNone/>
              <a:defRPr sz="1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1" name="Google Shape;221;p34"/>
          <p:cNvSpPr txBox="1"/>
          <p:nvPr>
            <p:ph idx="3" type="subTitle"/>
          </p:nvPr>
        </p:nvSpPr>
        <p:spPr>
          <a:xfrm>
            <a:off x="4810050" y="1406975"/>
            <a:ext cx="4048500" cy="440400"/>
          </a:xfrm>
          <a:prstGeom prst="rect">
            <a:avLst/>
          </a:prstGeom>
        </p:spPr>
        <p:txBody>
          <a:bodyPr anchorCtr="0" anchor="ctr" bIns="0" lIns="0" spcFirstLastPara="1" rIns="0" wrap="square" tIns="0">
            <a:normAutofit/>
          </a:bodyPr>
          <a:lstStyle>
            <a:lvl1pPr lvl="0" algn="ctr">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34"/>
          <p:cNvSpPr txBox="1"/>
          <p:nvPr>
            <p:ph idx="4" type="subTitle"/>
          </p:nvPr>
        </p:nvSpPr>
        <p:spPr>
          <a:xfrm>
            <a:off x="4810050" y="2351550"/>
            <a:ext cx="4048500" cy="440400"/>
          </a:xfrm>
          <a:prstGeom prst="rect">
            <a:avLst/>
          </a:prstGeom>
        </p:spPr>
        <p:txBody>
          <a:bodyPr anchorCtr="0" anchor="ctr" bIns="0" lIns="0" spcFirstLastPara="1" rIns="0" wrap="square" tIns="0">
            <a:normAutofit/>
          </a:bodyPr>
          <a:lstStyle>
            <a:lvl1pPr lvl="0" algn="ctr">
              <a:spcBef>
                <a:spcPts val="0"/>
              </a:spcBef>
              <a:spcAft>
                <a:spcPts val="0"/>
              </a:spcAft>
              <a:buSzPts val="1000"/>
              <a:buNone/>
              <a:defRPr sz="1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3" name="Google Shape;223;p34"/>
          <p:cNvSpPr txBox="1"/>
          <p:nvPr>
            <p:ph idx="5" type="subTitle"/>
          </p:nvPr>
        </p:nvSpPr>
        <p:spPr>
          <a:xfrm>
            <a:off x="4810050" y="3296125"/>
            <a:ext cx="4048500" cy="440400"/>
          </a:xfrm>
          <a:prstGeom prst="rect">
            <a:avLst/>
          </a:prstGeom>
        </p:spPr>
        <p:txBody>
          <a:bodyPr anchorCtr="0" anchor="ctr" bIns="0" lIns="0" spcFirstLastPara="1" rIns="0" wrap="square" tIns="0">
            <a:normAutofit/>
          </a:bodyPr>
          <a:lstStyle>
            <a:lvl1pPr lvl="0" algn="ctr">
              <a:spcBef>
                <a:spcPts val="0"/>
              </a:spcBef>
              <a:spcAft>
                <a:spcPts val="0"/>
              </a:spcAft>
              <a:buSzPts val="1000"/>
              <a:buNone/>
              <a:defRPr sz="1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4" name="Google Shape;224;p34"/>
          <p:cNvSpPr txBox="1"/>
          <p:nvPr>
            <p:ph idx="6" type="subTitle"/>
          </p:nvPr>
        </p:nvSpPr>
        <p:spPr>
          <a:xfrm>
            <a:off x="4810050" y="4240700"/>
            <a:ext cx="4048500" cy="440400"/>
          </a:xfrm>
          <a:prstGeom prst="rect">
            <a:avLst/>
          </a:prstGeom>
        </p:spPr>
        <p:txBody>
          <a:bodyPr anchorCtr="0" anchor="ctr" bIns="0" lIns="0" spcFirstLastPara="1" rIns="0" wrap="square" tIns="0">
            <a:normAutofit/>
          </a:bodyPr>
          <a:lstStyle>
            <a:lvl1pPr lvl="0" algn="ctr">
              <a:spcBef>
                <a:spcPts val="0"/>
              </a:spcBef>
              <a:spcAft>
                <a:spcPts val="0"/>
              </a:spcAft>
              <a:buSzPts val="1000"/>
              <a:buNone/>
              <a:defRPr sz="1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5" name="Google Shape;225;p34"/>
          <p:cNvSpPr txBox="1"/>
          <p:nvPr>
            <p:ph type="title"/>
          </p:nvPr>
        </p:nvSpPr>
        <p:spPr>
          <a:xfrm>
            <a:off x="228600" y="1001425"/>
            <a:ext cx="3912900" cy="2487000"/>
          </a:xfrm>
          <a:prstGeom prst="rect">
            <a:avLst/>
          </a:prstGeom>
        </p:spPr>
        <p:txBody>
          <a:bodyPr anchorCtr="0" anchor="t" bIns="0" lIns="0" spcFirstLastPara="1" rIns="0" wrap="square" tIns="0">
            <a:norm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226" name="Shape 226"/>
        <p:cNvGrpSpPr/>
        <p:nvPr/>
      </p:nvGrpSpPr>
      <p:grpSpPr>
        <a:xfrm>
          <a:off x="0" y="0"/>
          <a:ext cx="0" cy="0"/>
          <a:chOff x="0" y="0"/>
          <a:chExt cx="0" cy="0"/>
        </a:xfrm>
      </p:grpSpPr>
      <p:sp>
        <p:nvSpPr>
          <p:cNvPr id="227" name="Google Shape;227;p35"/>
          <p:cNvSpPr txBox="1"/>
          <p:nvPr>
            <p:ph idx="1" type="subTitle"/>
          </p:nvPr>
        </p:nvSpPr>
        <p:spPr>
          <a:xfrm>
            <a:off x="927475" y="1269700"/>
            <a:ext cx="60462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228" name="Google Shape;228;p35"/>
          <p:cNvSpPr txBox="1"/>
          <p:nvPr>
            <p:ph idx="2" type="subTitle"/>
          </p:nvPr>
        </p:nvSpPr>
        <p:spPr>
          <a:xfrm>
            <a:off x="927475" y="2073125"/>
            <a:ext cx="60462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229" name="Google Shape;229;p35"/>
          <p:cNvSpPr txBox="1"/>
          <p:nvPr>
            <p:ph idx="3" type="subTitle"/>
          </p:nvPr>
        </p:nvSpPr>
        <p:spPr>
          <a:xfrm>
            <a:off x="927475" y="2891300"/>
            <a:ext cx="60462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230" name="Google Shape;230;p35"/>
          <p:cNvSpPr txBox="1"/>
          <p:nvPr>
            <p:ph idx="4" type="subTitle"/>
          </p:nvPr>
        </p:nvSpPr>
        <p:spPr>
          <a:xfrm>
            <a:off x="927475" y="3692625"/>
            <a:ext cx="60462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231" name="Google Shape;231;p35"/>
          <p:cNvSpPr txBox="1"/>
          <p:nvPr>
            <p:ph idx="5" type="subTitle"/>
          </p:nvPr>
        </p:nvSpPr>
        <p:spPr>
          <a:xfrm>
            <a:off x="228600" y="1269700"/>
            <a:ext cx="575700" cy="1812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232" name="Google Shape;232;p35"/>
          <p:cNvSpPr txBox="1"/>
          <p:nvPr>
            <p:ph idx="6" type="subTitle"/>
          </p:nvPr>
        </p:nvSpPr>
        <p:spPr>
          <a:xfrm>
            <a:off x="228600" y="2073125"/>
            <a:ext cx="5757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233" name="Google Shape;233;p35"/>
          <p:cNvSpPr txBox="1"/>
          <p:nvPr>
            <p:ph idx="7" type="subTitle"/>
          </p:nvPr>
        </p:nvSpPr>
        <p:spPr>
          <a:xfrm>
            <a:off x="228600" y="2891300"/>
            <a:ext cx="5757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234" name="Google Shape;234;p35"/>
          <p:cNvSpPr txBox="1"/>
          <p:nvPr>
            <p:ph idx="8" type="subTitle"/>
          </p:nvPr>
        </p:nvSpPr>
        <p:spPr>
          <a:xfrm>
            <a:off x="228600" y="3692625"/>
            <a:ext cx="575700" cy="181200"/>
          </a:xfrm>
          <a:prstGeom prst="rect">
            <a:avLst/>
          </a:prstGeom>
        </p:spPr>
        <p:txBody>
          <a:bodyPr anchorCtr="0" anchor="ctr" bIns="0" lIns="0" spcFirstLastPara="1" rIns="0" wrap="square" tIns="0">
            <a:norm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235" name="Shape 235"/>
        <p:cNvGrpSpPr/>
        <p:nvPr/>
      </p:nvGrpSpPr>
      <p:grpSpPr>
        <a:xfrm>
          <a:off x="0" y="0"/>
          <a:ext cx="0" cy="0"/>
          <a:chOff x="0" y="0"/>
          <a:chExt cx="0" cy="0"/>
        </a:xfrm>
      </p:grpSpPr>
      <p:sp>
        <p:nvSpPr>
          <p:cNvPr id="236" name="Google Shape;236;p36"/>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37" name="Google Shape;237;p36"/>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38" name="Google Shape;238;p36"/>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239" name="Google Shape;239;p36"/>
          <p:cNvSpPr txBox="1"/>
          <p:nvPr>
            <p:ph type="title"/>
          </p:nvPr>
        </p:nvSpPr>
        <p:spPr>
          <a:xfrm>
            <a:off x="570013" y="3961157"/>
            <a:ext cx="5582100" cy="603000"/>
          </a:xfrm>
          <a:prstGeom prst="rect">
            <a:avLst/>
          </a:prstGeom>
        </p:spPr>
        <p:txBody>
          <a:bodyPr anchorCtr="0" anchor="b" bIns="0" lIns="0" spcFirstLastPara="1" rIns="0" wrap="square" tIns="0">
            <a:norm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240" name="Google Shape;240;p36"/>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241" name="Google Shape;241;p36"/>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hyperlink" Target="https://www.docker.com/get-starte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hyperlink" Target="https://github.com/dsient/docker-workshops/tree/mai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hyperlink" Target="https://raw.githubusercontent.com/dsient/docker-workshops/refs/heads/main/docker-compose.y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5" name="Shape 245"/>
        <p:cNvGrpSpPr/>
        <p:nvPr/>
      </p:nvGrpSpPr>
      <p:grpSpPr>
        <a:xfrm>
          <a:off x="0" y="0"/>
          <a:ext cx="0" cy="0"/>
          <a:chOff x="0" y="0"/>
          <a:chExt cx="0" cy="0"/>
        </a:xfrm>
      </p:grpSpPr>
      <p:sp>
        <p:nvSpPr>
          <p:cNvPr id="246" name="Google Shape;246;p37"/>
          <p:cNvSpPr/>
          <p:nvPr/>
        </p:nvSpPr>
        <p:spPr>
          <a:xfrm>
            <a:off x="0" y="0"/>
            <a:ext cx="9144000" cy="5143500"/>
          </a:xfrm>
          <a:prstGeom prst="rect">
            <a:avLst/>
          </a:prstGeom>
          <a:solidFill>
            <a:srgbClr val="FFFFFF">
              <a:alpha val="2437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37" title="imageedit_7_6733481681.png"/>
          <p:cNvPicPr preferRelativeResize="0"/>
          <p:nvPr/>
        </p:nvPicPr>
        <p:blipFill>
          <a:blip r:embed="rId4">
            <a:alphaModFix/>
          </a:blip>
          <a:stretch>
            <a:fillRect/>
          </a:stretch>
        </p:blipFill>
        <p:spPr>
          <a:xfrm>
            <a:off x="3321975" y="986259"/>
            <a:ext cx="5822024" cy="3246466"/>
          </a:xfrm>
          <a:prstGeom prst="rect">
            <a:avLst/>
          </a:prstGeom>
          <a:noFill/>
          <a:ln>
            <a:noFill/>
          </a:ln>
        </p:spPr>
      </p:pic>
      <p:pic>
        <p:nvPicPr>
          <p:cNvPr id="248" name="Google Shape;248;p37" title="d5dog-idle-512(1).gif"/>
          <p:cNvPicPr preferRelativeResize="0"/>
          <p:nvPr/>
        </p:nvPicPr>
        <p:blipFill>
          <a:blip r:embed="rId5">
            <a:alphaModFix/>
          </a:blip>
          <a:stretch>
            <a:fillRect/>
          </a:stretch>
        </p:blipFill>
        <p:spPr>
          <a:xfrm>
            <a:off x="0" y="910773"/>
            <a:ext cx="3321971" cy="33219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2" name="Shape 252"/>
        <p:cNvGrpSpPr/>
        <p:nvPr/>
      </p:nvGrpSpPr>
      <p:grpSpPr>
        <a:xfrm>
          <a:off x="0" y="0"/>
          <a:ext cx="0" cy="0"/>
          <a:chOff x="0" y="0"/>
          <a:chExt cx="0" cy="0"/>
        </a:xfrm>
      </p:grpSpPr>
      <p:pic>
        <p:nvPicPr>
          <p:cNvPr id="253" name="Google Shape;253;p38" title="REBEL-1.png"/>
          <p:cNvPicPr preferRelativeResize="0"/>
          <p:nvPr/>
        </p:nvPicPr>
        <p:blipFill>
          <a:blip r:embed="rId3">
            <a:alphaModFix/>
          </a:blip>
          <a:stretch>
            <a:fillRect/>
          </a:stretch>
        </p:blipFill>
        <p:spPr>
          <a:xfrm>
            <a:off x="0" y="0"/>
            <a:ext cx="3584750" cy="5066644"/>
          </a:xfrm>
          <a:prstGeom prst="rect">
            <a:avLst/>
          </a:prstGeom>
          <a:noFill/>
          <a:ln>
            <a:noFill/>
          </a:ln>
        </p:spPr>
      </p:pic>
      <p:pic>
        <p:nvPicPr>
          <p:cNvPr id="254" name="Google Shape;254;p38" title="IMPERIAL-1.png"/>
          <p:cNvPicPr preferRelativeResize="0"/>
          <p:nvPr/>
        </p:nvPicPr>
        <p:blipFill>
          <a:blip r:embed="rId4">
            <a:alphaModFix/>
          </a:blip>
          <a:stretch>
            <a:fillRect/>
          </a:stretch>
        </p:blipFill>
        <p:spPr>
          <a:xfrm>
            <a:off x="5559250" y="0"/>
            <a:ext cx="3584750" cy="5066650"/>
          </a:xfrm>
          <a:prstGeom prst="rect">
            <a:avLst/>
          </a:prstGeom>
          <a:noFill/>
          <a:ln>
            <a:noFill/>
          </a:ln>
        </p:spPr>
      </p:pic>
      <p:sp>
        <p:nvSpPr>
          <p:cNvPr id="255" name="Google Shape;255;p38"/>
          <p:cNvSpPr txBox="1"/>
          <p:nvPr/>
        </p:nvSpPr>
        <p:spPr>
          <a:xfrm rot="5400000">
            <a:off x="2346750" y="2094600"/>
            <a:ext cx="44505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0">
                <a:solidFill>
                  <a:schemeClr val="lt1"/>
                </a:solidFill>
                <a:latin typeface="Courier New"/>
                <a:ea typeface="Courier New"/>
                <a:cs typeface="Courier New"/>
                <a:sym typeface="Courier New"/>
              </a:rPr>
              <a:t>d</a:t>
            </a:r>
            <a:r>
              <a:rPr lang="en" sz="5000">
                <a:solidFill>
                  <a:schemeClr val="lt1"/>
                </a:solidFill>
                <a:latin typeface="Courier New"/>
                <a:ea typeface="Courier New"/>
                <a:cs typeface="Courier New"/>
                <a:sym typeface="Courier New"/>
              </a:rPr>
              <a:t>5i.store </a:t>
            </a:r>
            <a:endParaRPr sz="5000">
              <a:solidFill>
                <a:schemeClr val="lt1"/>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idx="1" type="subTitle"/>
          </p:nvPr>
        </p:nvSpPr>
        <p:spPr>
          <a:xfrm>
            <a:off x="4982050" y="2967750"/>
            <a:ext cx="3679800" cy="137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latin typeface="Arial"/>
                <a:ea typeface="Arial"/>
                <a:cs typeface="Arial"/>
                <a:sym typeface="Arial"/>
              </a:rPr>
              <a:t>The </a:t>
            </a:r>
            <a:r>
              <a:rPr lang="en" sz="2100">
                <a:latin typeface="Arial"/>
                <a:ea typeface="Arial"/>
                <a:cs typeface="Arial"/>
                <a:sym typeface="Arial"/>
              </a:rPr>
              <a:t>Cyber Jedis &amp; D5i</a:t>
            </a:r>
            <a:endParaRPr sz="2100">
              <a:latin typeface="Arial"/>
              <a:ea typeface="Arial"/>
              <a:cs typeface="Arial"/>
              <a:sym typeface="Arial"/>
            </a:endParaRPr>
          </a:p>
          <a:p>
            <a:pPr indent="0" lvl="0" marL="0" rtl="0" algn="l">
              <a:spcBef>
                <a:spcPts val="1200"/>
              </a:spcBef>
              <a:spcAft>
                <a:spcPts val="0"/>
              </a:spcAft>
              <a:buNone/>
            </a:pPr>
            <a:r>
              <a:rPr lang="en" sz="2100">
                <a:latin typeface="Arial"/>
                <a:ea typeface="Arial"/>
                <a:cs typeface="Arial"/>
                <a:sym typeface="Arial"/>
              </a:rPr>
              <a:t>OCT 3RD 2026 - RowdyHacks</a:t>
            </a:r>
            <a:endParaRPr sz="2100">
              <a:latin typeface="Arial"/>
              <a:ea typeface="Arial"/>
              <a:cs typeface="Arial"/>
              <a:sym typeface="Arial"/>
            </a:endParaRPr>
          </a:p>
          <a:p>
            <a:pPr indent="0" lvl="0" marL="0" rtl="0" algn="l">
              <a:spcBef>
                <a:spcPts val="1200"/>
              </a:spcBef>
              <a:spcAft>
                <a:spcPts val="1200"/>
              </a:spcAft>
              <a:buNone/>
            </a:pPr>
            <a:r>
              <a:rPr lang="en" sz="2100">
                <a:latin typeface="Arial"/>
                <a:ea typeface="Arial"/>
                <a:cs typeface="Arial"/>
                <a:sym typeface="Arial"/>
              </a:rPr>
              <a:t>Presented by: Walker Caskey</a:t>
            </a:r>
            <a:endParaRPr sz="2100">
              <a:latin typeface="Arial"/>
              <a:ea typeface="Arial"/>
              <a:cs typeface="Arial"/>
              <a:sym typeface="Arial"/>
            </a:endParaRPr>
          </a:p>
        </p:txBody>
      </p:sp>
      <p:sp>
        <p:nvSpPr>
          <p:cNvPr id="261" name="Google Shape;261;p39"/>
          <p:cNvSpPr txBox="1"/>
          <p:nvPr>
            <p:ph type="title"/>
          </p:nvPr>
        </p:nvSpPr>
        <p:spPr>
          <a:xfrm>
            <a:off x="563400" y="3695700"/>
            <a:ext cx="3679800" cy="938400"/>
          </a:xfrm>
          <a:prstGeom prst="rect">
            <a:avLst/>
          </a:prstGeom>
        </p:spPr>
        <p:txBody>
          <a:bodyPr anchorCtr="0" anchor="b" bIns="0" lIns="0" spcFirstLastPara="1" rIns="0" wrap="square" tIns="0">
            <a:normAutofit fontScale="90000"/>
          </a:bodyPr>
          <a:lstStyle/>
          <a:p>
            <a:pPr indent="0" lvl="0" marL="0" rtl="0" algn="l">
              <a:spcBef>
                <a:spcPts val="0"/>
              </a:spcBef>
              <a:spcAft>
                <a:spcPts val="0"/>
              </a:spcAft>
              <a:buNone/>
            </a:pPr>
            <a:r>
              <a:rPr lang="en"/>
              <a:t>Intro to Docker</a:t>
            </a:r>
            <a:endParaRPr/>
          </a:p>
        </p:txBody>
      </p:sp>
      <p:pic>
        <p:nvPicPr>
          <p:cNvPr id="262" name="Google Shape;262;p39"/>
          <p:cNvPicPr preferRelativeResize="0"/>
          <p:nvPr/>
        </p:nvPicPr>
        <p:blipFill>
          <a:blip r:embed="rId3">
            <a:alphaModFix/>
          </a:blip>
          <a:stretch>
            <a:fillRect/>
          </a:stretch>
        </p:blipFill>
        <p:spPr>
          <a:xfrm>
            <a:off x="107013" y="152400"/>
            <a:ext cx="4592574" cy="3059936"/>
          </a:xfrm>
          <a:prstGeom prst="rect">
            <a:avLst/>
          </a:prstGeom>
          <a:noFill/>
          <a:ln>
            <a:noFill/>
          </a:ln>
        </p:spPr>
      </p:pic>
      <p:sp>
        <p:nvSpPr>
          <p:cNvPr id="263" name="Google Shape;263;p39"/>
          <p:cNvSpPr/>
          <p:nvPr/>
        </p:nvSpPr>
        <p:spPr>
          <a:xfrm>
            <a:off x="4646650" y="218825"/>
            <a:ext cx="4350600" cy="2149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4" name="Google Shape;264;p39" title="Blue_Logo.png"/>
          <p:cNvPicPr preferRelativeResize="0"/>
          <p:nvPr/>
        </p:nvPicPr>
        <p:blipFill>
          <a:blip r:embed="rId4">
            <a:alphaModFix/>
          </a:blip>
          <a:stretch>
            <a:fillRect/>
          </a:stretch>
        </p:blipFill>
        <p:spPr>
          <a:xfrm>
            <a:off x="6908587" y="141013"/>
            <a:ext cx="1844100" cy="2305125"/>
          </a:xfrm>
          <a:prstGeom prst="rect">
            <a:avLst/>
          </a:prstGeom>
          <a:noFill/>
          <a:ln>
            <a:noFill/>
          </a:ln>
        </p:spPr>
      </p:pic>
      <p:pic>
        <p:nvPicPr>
          <p:cNvPr id="265" name="Google Shape;265;p39" title="D5i-int.png"/>
          <p:cNvPicPr preferRelativeResize="0"/>
          <p:nvPr/>
        </p:nvPicPr>
        <p:blipFill>
          <a:blip r:embed="rId5">
            <a:alphaModFix/>
          </a:blip>
          <a:stretch>
            <a:fillRect/>
          </a:stretch>
        </p:blipFill>
        <p:spPr>
          <a:xfrm>
            <a:off x="3794700" y="218837"/>
            <a:ext cx="3822327" cy="2149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228600" y="228600"/>
            <a:ext cx="6421500" cy="2216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What is docker</a:t>
            </a:r>
            <a:r>
              <a:rPr lang="en"/>
              <a:t>?</a:t>
            </a:r>
            <a:endParaRPr/>
          </a:p>
          <a:p>
            <a:pPr indent="0" lvl="0" marL="0" rtl="0" algn="l">
              <a:spcBef>
                <a:spcPts val="0"/>
              </a:spcBef>
              <a:spcAft>
                <a:spcPts val="0"/>
              </a:spcAft>
              <a:buNone/>
            </a:pPr>
            <a:r>
              <a:rPr lang="en"/>
              <a:t>Why should i use it?</a:t>
            </a:r>
            <a:endParaRPr/>
          </a:p>
          <a:p>
            <a:pPr indent="0" lvl="0" marL="0" rtl="0" algn="l">
              <a:spcBef>
                <a:spcPts val="0"/>
              </a:spcBef>
              <a:spcAft>
                <a:spcPts val="0"/>
              </a:spcAft>
              <a:buNone/>
            </a:pPr>
            <a:r>
              <a:rPr lang="en"/>
              <a:t> </a:t>
            </a:r>
            <a:r>
              <a:rPr lang="en">
                <a:highlight>
                  <a:schemeClr val="lt1"/>
                </a:highlight>
              </a:rPr>
              <a:t>Is it necessary</a:t>
            </a:r>
            <a:r>
              <a:rPr lang="en">
                <a:highlight>
                  <a:schemeClr val="lt1"/>
                </a:highlight>
              </a:rPr>
              <a:t>?</a:t>
            </a:r>
            <a:endParaRPr>
              <a:highlight>
                <a:schemeClr val="lt1"/>
              </a:highlight>
            </a:endParaRPr>
          </a:p>
          <a:p>
            <a:pPr indent="0" lvl="0" marL="0" rtl="0" algn="l">
              <a:spcBef>
                <a:spcPts val="0"/>
              </a:spcBef>
              <a:spcAft>
                <a:spcPts val="0"/>
              </a:spcAft>
              <a:buNone/>
            </a:pPr>
            <a:r>
              <a:rPr lang="en"/>
              <a:t>What can i do with it</a:t>
            </a:r>
            <a:r>
              <a:rPr lang="en"/>
              <a:t>?</a:t>
            </a:r>
            <a:endParaRPr/>
          </a:p>
        </p:txBody>
      </p:sp>
      <p:grpSp>
        <p:nvGrpSpPr>
          <p:cNvPr id="271" name="Google Shape;271;p40"/>
          <p:cNvGrpSpPr/>
          <p:nvPr/>
        </p:nvGrpSpPr>
        <p:grpSpPr>
          <a:xfrm>
            <a:off x="8349009" y="4345925"/>
            <a:ext cx="566400" cy="566400"/>
            <a:chOff x="8349009" y="4345925"/>
            <a:chExt cx="566400" cy="566400"/>
          </a:xfrm>
        </p:grpSpPr>
        <p:sp>
          <p:nvSpPr>
            <p:cNvPr id="272" name="Google Shape;272;p40"/>
            <p:cNvSpPr/>
            <p:nvPr/>
          </p:nvSpPr>
          <p:spPr>
            <a:xfrm>
              <a:off x="8349009" y="4345925"/>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73" name="Google Shape;273;p40"/>
            <p:cNvSpPr/>
            <p:nvPr/>
          </p:nvSpPr>
          <p:spPr>
            <a:xfrm>
              <a:off x="8498249" y="4495175"/>
              <a:ext cx="267900" cy="267900"/>
            </a:xfrm>
            <a:prstGeom prst="donu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41"/>
          <p:cNvSpPr txBox="1"/>
          <p:nvPr>
            <p:ph type="title"/>
          </p:nvPr>
        </p:nvSpPr>
        <p:spPr>
          <a:xfrm>
            <a:off x="228600" y="228600"/>
            <a:ext cx="86421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History of Docker - What came before</a:t>
            </a:r>
            <a:endParaRPr/>
          </a:p>
        </p:txBody>
      </p:sp>
      <p:sp>
        <p:nvSpPr>
          <p:cNvPr id="279" name="Google Shape;279;p41"/>
          <p:cNvSpPr txBox="1"/>
          <p:nvPr/>
        </p:nvSpPr>
        <p:spPr>
          <a:xfrm>
            <a:off x="310600" y="1080875"/>
            <a:ext cx="71562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 Virtual Machine is a full, software-emulated computer running inside your real computer. If you've used VirtualBox or VMware to run Kali Linux inside your Windows machine, you've used a VM. The VM has its own simulated CPU, RAM, storage, and network card. It runs a complete, separate operating system (called a "guest OS") entirely isolated from your main system (the "host OS").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This works, but it's heavy. A typical Kali Linux VM image is 3–12 GB. It needs gigabytes of RAM allocated to it at all times. It can take 1–3 minutes to boot. Running three VMs simultaneously will bring most laptops to their knees.</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42"/>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Differences</a:t>
            </a:r>
            <a:endParaRPr/>
          </a:p>
        </p:txBody>
      </p:sp>
      <p:pic>
        <p:nvPicPr>
          <p:cNvPr id="285" name="Google Shape;285;p42"/>
          <p:cNvPicPr preferRelativeResize="0"/>
          <p:nvPr/>
        </p:nvPicPr>
        <p:blipFill>
          <a:blip r:embed="rId3">
            <a:alphaModFix/>
          </a:blip>
          <a:stretch>
            <a:fillRect/>
          </a:stretch>
        </p:blipFill>
        <p:spPr>
          <a:xfrm>
            <a:off x="3466275" y="974888"/>
            <a:ext cx="5677725" cy="3193725"/>
          </a:xfrm>
          <a:prstGeom prst="rect">
            <a:avLst/>
          </a:prstGeom>
          <a:noFill/>
          <a:ln>
            <a:noFill/>
          </a:ln>
        </p:spPr>
      </p:pic>
      <p:sp>
        <p:nvSpPr>
          <p:cNvPr id="286" name="Google Shape;286;p42"/>
          <p:cNvSpPr txBox="1"/>
          <p:nvPr/>
        </p:nvSpPr>
        <p:spPr>
          <a:xfrm>
            <a:off x="74550" y="1155425"/>
            <a:ext cx="34413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Containers take a fundamentally different approach. Instead of emulating an entire computer and running a separate OS, containers share the host machine's OS kernel; </a:t>
            </a:r>
            <a:endParaRPr sz="1800">
              <a:solidFill>
                <a:schemeClr val="dk2"/>
              </a:solidFill>
            </a:endParaRPr>
          </a:p>
          <a:p>
            <a:pPr indent="0" lvl="0" marL="0" rtl="0" algn="l">
              <a:spcBef>
                <a:spcPts val="0"/>
              </a:spcBef>
              <a:spcAft>
                <a:spcPts val="0"/>
              </a:spcAft>
              <a:buNone/>
            </a:pPr>
            <a:r>
              <a:rPr lang="en" sz="1800">
                <a:solidFill>
                  <a:schemeClr val="dk2"/>
                </a:solidFill>
              </a:rPr>
              <a:t>the core of the operating system; and only package the application and its specific dependencies on top of that. This makes them dramatically smaller and faster.</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Container Characteristics</a:t>
            </a:r>
            <a:endParaRPr/>
          </a:p>
        </p:txBody>
      </p:sp>
      <p:sp>
        <p:nvSpPr>
          <p:cNvPr id="292" name="Google Shape;292;p43"/>
          <p:cNvSpPr txBox="1"/>
          <p:nvPr>
            <p:ph idx="1" type="subTitle"/>
          </p:nvPr>
        </p:nvSpPr>
        <p:spPr>
          <a:xfrm>
            <a:off x="228600" y="952675"/>
            <a:ext cx="8555100" cy="38430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en" u="sng"/>
              <a:t>Isolated Process:</a:t>
            </a:r>
            <a:r>
              <a:rPr lang="en"/>
              <a:t> From the container's perspective, it thinks it's the only thing running on the machine. It has its own file system, network interfaces, and process list.</a:t>
            </a:r>
            <a:endParaRPr/>
          </a:p>
          <a:p>
            <a:pPr indent="0" lvl="0" marL="0" rtl="0" algn="l">
              <a:spcBef>
                <a:spcPts val="1000"/>
              </a:spcBef>
              <a:spcAft>
                <a:spcPts val="0"/>
              </a:spcAft>
              <a:buClr>
                <a:schemeClr val="dk1"/>
              </a:buClr>
              <a:buSzPts val="1100"/>
              <a:buFont typeface="Arial"/>
              <a:buNone/>
            </a:pPr>
            <a:r>
              <a:rPr b="1" lang="en" u="sng"/>
              <a:t>Immutable by default:</a:t>
            </a:r>
            <a:r>
              <a:rPr lang="en"/>
              <a:t> Any changes you make inside a running container (installing packages, editing files) are thrown away when the container stops, unless you explicitly save them.</a:t>
            </a:r>
            <a:endParaRPr/>
          </a:p>
          <a:p>
            <a:pPr indent="0" lvl="0" marL="0" rtl="0" algn="l">
              <a:spcBef>
                <a:spcPts val="1000"/>
              </a:spcBef>
              <a:spcAft>
                <a:spcPts val="0"/>
              </a:spcAft>
              <a:buClr>
                <a:schemeClr val="dk1"/>
              </a:buClr>
              <a:buSzPts val="1100"/>
              <a:buFont typeface="Arial"/>
              <a:buNone/>
            </a:pPr>
            <a:r>
              <a:rPr b="1" lang="en" u="sng"/>
              <a:t>Defined by an  Image:</a:t>
            </a:r>
            <a:r>
              <a:rPr lang="en"/>
              <a:t> Every container is born from a Docker Image — a read-only template that describes the container's contents. Think of an </a:t>
            </a:r>
            <a:r>
              <a:rPr i="1" lang="en"/>
              <a:t>Image </a:t>
            </a:r>
            <a:r>
              <a:rPr lang="en"/>
              <a:t>as a </a:t>
            </a:r>
            <a:r>
              <a:rPr i="1" lang="en"/>
              <a:t>blueprint</a:t>
            </a:r>
            <a:r>
              <a:rPr lang="en"/>
              <a:t>, and the Container as the finished output / product.</a:t>
            </a:r>
            <a:endParaRPr/>
          </a:p>
          <a:p>
            <a:pPr indent="0" lvl="0" marL="0" rtl="0" algn="l">
              <a:spcBef>
                <a:spcPts val="1000"/>
              </a:spcBef>
              <a:spcAft>
                <a:spcPts val="1000"/>
              </a:spcAft>
              <a:buNone/>
            </a:pPr>
            <a:r>
              <a:rPr b="1" lang="en" u="sng"/>
              <a:t>Layered:</a:t>
            </a:r>
            <a:r>
              <a:rPr lang="en"/>
              <a:t> Images are built in layers. If two images both use the same Ubuntu as a base, they share that layer, rather than duplicating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Internal Processes</a:t>
            </a:r>
            <a:endParaRPr/>
          </a:p>
        </p:txBody>
      </p:sp>
      <p:sp>
        <p:nvSpPr>
          <p:cNvPr id="298" name="Google Shape;298;p44"/>
          <p:cNvSpPr txBox="1"/>
          <p:nvPr>
            <p:ph idx="1" type="subTitle"/>
          </p:nvPr>
        </p:nvSpPr>
        <p:spPr>
          <a:xfrm>
            <a:off x="228600" y="952675"/>
            <a:ext cx="8766300" cy="3992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Docker uses a client-server architecture. There are three main components:</a:t>
            </a:r>
            <a:endParaRPr/>
          </a:p>
          <a:p>
            <a:pPr indent="-342900" lvl="0" marL="457200" rtl="0" algn="l">
              <a:spcBef>
                <a:spcPts val="1000"/>
              </a:spcBef>
              <a:spcAft>
                <a:spcPts val="0"/>
              </a:spcAft>
              <a:buSzPts val="1800"/>
              <a:buChar char="-"/>
            </a:pPr>
            <a:r>
              <a:rPr b="1" lang="en" u="sng"/>
              <a:t>Docker CLI (Client):</a:t>
            </a:r>
            <a:r>
              <a:rPr lang="en"/>
              <a:t> This is the terminal commands you type — docker run, docker ps, etc. It sends your commands to the Daemon.</a:t>
            </a:r>
            <a:endParaRPr/>
          </a:p>
          <a:p>
            <a:pPr indent="-342900" lvl="0" marL="457200" rtl="0" algn="l">
              <a:spcBef>
                <a:spcPts val="0"/>
              </a:spcBef>
              <a:spcAft>
                <a:spcPts val="0"/>
              </a:spcAft>
              <a:buSzPts val="1800"/>
              <a:buChar char="-"/>
            </a:pPr>
            <a:r>
              <a:rPr b="1" lang="en" u="sng"/>
              <a:t>Docker Daemon (dockerd):</a:t>
            </a:r>
            <a:r>
              <a:rPr lang="en"/>
              <a:t> The background service that does all the actual work — building images, starting containers, managing networking and storage.</a:t>
            </a:r>
            <a:endParaRPr/>
          </a:p>
          <a:p>
            <a:pPr indent="-342900" lvl="0" marL="457200" rtl="0" algn="l">
              <a:spcBef>
                <a:spcPts val="0"/>
              </a:spcBef>
              <a:spcAft>
                <a:spcPts val="0"/>
              </a:spcAft>
              <a:buSzPts val="1800"/>
              <a:buChar char="-"/>
            </a:pPr>
            <a:r>
              <a:rPr b="1" lang="en" u="sng"/>
              <a:t>Docker Registry:</a:t>
            </a:r>
            <a:r>
              <a:rPr lang="en"/>
              <a:t> A repository where Docker Images are stored and shared. Docker Hub (hub.docker.com) is the public one — it hosts thousands of pre-built images for everything from Nmap to full Kali Linux environments.</a:t>
            </a:r>
            <a:endParaRPr/>
          </a:p>
          <a:p>
            <a:pPr indent="0" lvl="0" marL="0" rtl="0" algn="l">
              <a:spcBef>
                <a:spcPts val="1000"/>
              </a:spcBef>
              <a:spcAft>
                <a:spcPts val="10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type="title"/>
          </p:nvPr>
        </p:nvSpPr>
        <p:spPr>
          <a:xfrm>
            <a:off x="228600" y="228600"/>
            <a:ext cx="87291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What Actually Isolates Containers?</a:t>
            </a:r>
            <a:endParaRPr/>
          </a:p>
        </p:txBody>
      </p:sp>
      <p:sp>
        <p:nvSpPr>
          <p:cNvPr id="304" name="Google Shape;304;p45"/>
          <p:cNvSpPr txBox="1"/>
          <p:nvPr>
            <p:ph idx="1" type="subTitle"/>
          </p:nvPr>
        </p:nvSpPr>
        <p:spPr>
          <a:xfrm>
            <a:off x="228600" y="952675"/>
            <a:ext cx="8331600" cy="3743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Docker uses </a:t>
            </a:r>
            <a:r>
              <a:rPr b="1" i="1" lang="en"/>
              <a:t>TWO </a:t>
            </a:r>
            <a:r>
              <a:rPr lang="en"/>
              <a:t>core Linux kernel features that have existed for years: </a:t>
            </a:r>
            <a:endParaRPr/>
          </a:p>
          <a:p>
            <a:pPr indent="-342900" lvl="0" marL="457200" rtl="0" algn="l">
              <a:spcBef>
                <a:spcPts val="1000"/>
              </a:spcBef>
              <a:spcAft>
                <a:spcPts val="0"/>
              </a:spcAft>
              <a:buSzPts val="1800"/>
              <a:buChar char="-"/>
            </a:pPr>
            <a:r>
              <a:rPr lang="en"/>
              <a:t>Namespaces</a:t>
            </a:r>
            <a:endParaRPr/>
          </a:p>
          <a:p>
            <a:pPr indent="-342900" lvl="0" marL="457200" rtl="0" algn="l">
              <a:spcBef>
                <a:spcPts val="0"/>
              </a:spcBef>
              <a:spcAft>
                <a:spcPts val="0"/>
              </a:spcAft>
              <a:buSzPts val="1800"/>
              <a:buChar char="-"/>
            </a:pPr>
            <a:r>
              <a:rPr lang="en"/>
              <a:t>Control Groups (cgroups)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49700" y="228600"/>
            <a:ext cx="909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Namespaces: The Illusion of Being Alone</a:t>
            </a:r>
            <a:endParaRPr/>
          </a:p>
        </p:txBody>
      </p:sp>
      <p:sp>
        <p:nvSpPr>
          <p:cNvPr id="310" name="Google Shape;310;p46"/>
          <p:cNvSpPr txBox="1"/>
          <p:nvPr>
            <p:ph idx="1" type="subTitle"/>
          </p:nvPr>
        </p:nvSpPr>
        <p:spPr>
          <a:xfrm>
            <a:off x="49700" y="952675"/>
            <a:ext cx="9094200" cy="3970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770"/>
              <a:buFont typeface="Arial"/>
              <a:buNone/>
            </a:pPr>
            <a:r>
              <a:rPr lang="en" sz="1360"/>
              <a:t>A </a:t>
            </a:r>
            <a:r>
              <a:rPr b="1" lang="en" sz="1360" u="sng"/>
              <a:t>namespace </a:t>
            </a:r>
            <a:r>
              <a:rPr lang="en" sz="1360"/>
              <a:t>wraps a system resource in an abstraction layer so that processes inside the namespace think they have their own isolated instance of that resource.  Docker uses </a:t>
            </a:r>
            <a:r>
              <a:rPr b="1" i="1" lang="en" sz="1360" u="sng"/>
              <a:t>6types</a:t>
            </a:r>
            <a:r>
              <a:rPr lang="en" sz="1360"/>
              <a:t> of namespaces:</a:t>
            </a:r>
            <a:endParaRPr sz="1360"/>
          </a:p>
          <a:p>
            <a:pPr indent="0" lvl="0" marL="0" rtl="0" algn="l">
              <a:spcBef>
                <a:spcPts val="1000"/>
              </a:spcBef>
              <a:spcAft>
                <a:spcPts val="0"/>
              </a:spcAft>
              <a:buClr>
                <a:schemeClr val="dk1"/>
              </a:buClr>
              <a:buSzPts val="770"/>
              <a:buFont typeface="Arial"/>
              <a:buNone/>
            </a:pPr>
            <a:r>
              <a:rPr b="1" lang="en" sz="1360" u="sng"/>
              <a:t>Namespace	What It Isolates				Example in Practice</a:t>
            </a:r>
            <a:endParaRPr b="1" sz="1360" u="sng"/>
          </a:p>
          <a:p>
            <a:pPr indent="0" lvl="0" marL="0" rtl="0" algn="l">
              <a:spcBef>
                <a:spcPts val="1000"/>
              </a:spcBef>
              <a:spcAft>
                <a:spcPts val="0"/>
              </a:spcAft>
              <a:buClr>
                <a:schemeClr val="dk1"/>
              </a:buClr>
              <a:buSzPts val="770"/>
              <a:buFont typeface="Arial"/>
              <a:buNone/>
            </a:pPr>
            <a:r>
              <a:rPr lang="en" sz="1360"/>
              <a:t>pid			Process IDs				Container thinks its main process is PID 1 (like a fresh OS boot)</a:t>
            </a:r>
            <a:endParaRPr sz="1360"/>
          </a:p>
          <a:p>
            <a:pPr indent="0" lvl="0" marL="0" rtl="0" algn="l">
              <a:spcBef>
                <a:spcPts val="1000"/>
              </a:spcBef>
              <a:spcAft>
                <a:spcPts val="0"/>
              </a:spcAft>
              <a:buClr>
                <a:schemeClr val="dk1"/>
              </a:buClr>
              <a:buSzPts val="770"/>
              <a:buFont typeface="Arial"/>
              <a:buNone/>
            </a:pPr>
            <a:r>
              <a:rPr lang="en" sz="1360"/>
              <a:t>net			Network interfaces &amp; routing	Container gets its own virtual network card and IP address</a:t>
            </a:r>
            <a:endParaRPr sz="1360"/>
          </a:p>
          <a:p>
            <a:pPr indent="0" lvl="0" marL="0" rtl="0" algn="l">
              <a:spcBef>
                <a:spcPts val="1000"/>
              </a:spcBef>
              <a:spcAft>
                <a:spcPts val="0"/>
              </a:spcAft>
              <a:buClr>
                <a:schemeClr val="dk1"/>
              </a:buClr>
              <a:buSzPts val="770"/>
              <a:buFont typeface="Arial"/>
              <a:buNone/>
            </a:pPr>
            <a:r>
              <a:rPr lang="en" sz="1360"/>
              <a:t>mnt			File system mount points		Container sees its own root filesystem, not the host's</a:t>
            </a:r>
            <a:endParaRPr sz="1360"/>
          </a:p>
          <a:p>
            <a:pPr indent="0" lvl="0" marL="0" rtl="0" algn="l">
              <a:spcBef>
                <a:spcPts val="1000"/>
              </a:spcBef>
              <a:spcAft>
                <a:spcPts val="0"/>
              </a:spcAft>
              <a:buClr>
                <a:schemeClr val="dk1"/>
              </a:buClr>
              <a:buSzPts val="770"/>
              <a:buFont typeface="Arial"/>
              <a:buNone/>
            </a:pPr>
            <a:r>
              <a:rPr lang="en" sz="1360"/>
              <a:t>uts			Hostname and domain name	Container can have its own hostname (e.g., "nmap-scanner")</a:t>
            </a:r>
            <a:endParaRPr sz="1360"/>
          </a:p>
          <a:p>
            <a:pPr indent="0" lvl="0" marL="0" rtl="0" algn="l">
              <a:spcBef>
                <a:spcPts val="1000"/>
              </a:spcBef>
              <a:spcAft>
                <a:spcPts val="0"/>
              </a:spcAft>
              <a:buClr>
                <a:schemeClr val="dk1"/>
              </a:buClr>
              <a:buSzPts val="770"/>
              <a:buFont typeface="Arial"/>
              <a:buNone/>
            </a:pPr>
            <a:r>
              <a:rPr lang="en" sz="1360"/>
              <a:t>ipc			Inter-process communication	Containers can't share memory with host processes</a:t>
            </a:r>
            <a:endParaRPr sz="1360"/>
          </a:p>
          <a:p>
            <a:pPr indent="0" lvl="0" marL="0" rtl="0" algn="l">
              <a:spcBef>
                <a:spcPts val="1000"/>
              </a:spcBef>
              <a:spcAft>
                <a:spcPts val="0"/>
              </a:spcAft>
              <a:buClr>
                <a:schemeClr val="dk1"/>
              </a:buClr>
              <a:buSzPts val="770"/>
              <a:buFont typeface="Arial"/>
              <a:buNone/>
            </a:pPr>
            <a:r>
              <a:rPr lang="en" sz="1360"/>
              <a:t>user			User and group IDs			Root inside a container ≠ root on the host machine</a:t>
            </a:r>
            <a:endParaRPr sz="1360"/>
          </a:p>
          <a:p>
            <a:pPr indent="0" lvl="0" marL="0" rtl="0" algn="l">
              <a:spcBef>
                <a:spcPts val="1000"/>
              </a:spcBef>
              <a:spcAft>
                <a:spcPts val="1000"/>
              </a:spcAft>
              <a:buSzPts val="770"/>
              <a:buNone/>
            </a:pPr>
            <a:r>
              <a:t/>
            </a:r>
            <a:endParaRPr sz="136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type="title"/>
          </p:nvPr>
        </p:nvSpPr>
        <p:spPr>
          <a:xfrm>
            <a:off x="228600" y="228600"/>
            <a:ext cx="85047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Control Groups: Resource Limits</a:t>
            </a:r>
            <a:endParaRPr/>
          </a:p>
        </p:txBody>
      </p:sp>
      <p:sp>
        <p:nvSpPr>
          <p:cNvPr id="316" name="Google Shape;316;p47"/>
          <p:cNvSpPr txBox="1"/>
          <p:nvPr>
            <p:ph idx="1" type="subTitle"/>
          </p:nvPr>
        </p:nvSpPr>
        <p:spPr>
          <a:xfrm>
            <a:off x="228600" y="952675"/>
            <a:ext cx="8739600" cy="3859200"/>
          </a:xfrm>
          <a:prstGeom prst="rect">
            <a:avLst/>
          </a:prstGeom>
        </p:spPr>
        <p:txBody>
          <a:bodyPr anchorCtr="0" anchor="t" bIns="0" lIns="0" spcFirstLastPara="1" rIns="0" wrap="square" tIns="0">
            <a:normAutofit lnSpcReduction="10000"/>
          </a:bodyPr>
          <a:lstStyle/>
          <a:p>
            <a:pPr indent="0" lvl="0" marL="0" rtl="0" algn="l">
              <a:spcBef>
                <a:spcPts val="0"/>
              </a:spcBef>
              <a:spcAft>
                <a:spcPts val="0"/>
              </a:spcAft>
              <a:buNone/>
            </a:pPr>
            <a:r>
              <a:rPr lang="en"/>
              <a:t>While namespaces provide isolation, cgroups control how much of the host's resources a container can use. </a:t>
            </a:r>
            <a:endParaRPr/>
          </a:p>
          <a:p>
            <a:pPr indent="0" lvl="0" marL="0" rtl="0" algn="l">
              <a:spcBef>
                <a:spcPts val="1000"/>
              </a:spcBef>
              <a:spcAft>
                <a:spcPts val="0"/>
              </a:spcAft>
              <a:buNone/>
            </a:pPr>
            <a:r>
              <a:rPr lang="en"/>
              <a:t>They prevent a single runaway container from eating all your CPU or RAM and crashing everything else. </a:t>
            </a:r>
            <a:endParaRPr/>
          </a:p>
          <a:p>
            <a:pPr indent="0" lvl="0" marL="0" rtl="0" algn="l">
              <a:spcBef>
                <a:spcPts val="1000"/>
              </a:spcBef>
              <a:spcAft>
                <a:spcPts val="0"/>
              </a:spcAft>
              <a:buNone/>
            </a:pPr>
            <a:r>
              <a:rPr lang="en"/>
              <a:t>You can set hard limits like "this container gets at most 512 MB of RAM and 1 CPU core."</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rPr lang="en"/>
              <a:t>On the STARSEC backend for example, we limit each container to ~40MB RAM since there can be (potentially) multiple tens of containers in various different networks… And the server runs on a RPI 5.</a:t>
            </a:r>
            <a:endParaRPr/>
          </a:p>
          <a:p>
            <a:pPr indent="0" lvl="0" marL="0" rtl="0" algn="l">
              <a:spcBef>
                <a:spcPts val="1000"/>
              </a:spcBef>
              <a:spcAft>
                <a:spcPts val="10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8"/>
          <p:cNvSpPr txBox="1"/>
          <p:nvPr>
            <p:ph type="title"/>
          </p:nvPr>
        </p:nvSpPr>
        <p:spPr>
          <a:xfrm>
            <a:off x="228600" y="228600"/>
            <a:ext cx="8665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 Union File System (Layered Storage)</a:t>
            </a:r>
            <a:endParaRPr/>
          </a:p>
        </p:txBody>
      </p:sp>
      <p:sp>
        <p:nvSpPr>
          <p:cNvPr id="322" name="Google Shape;322;p48"/>
          <p:cNvSpPr txBox="1"/>
          <p:nvPr>
            <p:ph idx="1" type="subTitle"/>
          </p:nvPr>
        </p:nvSpPr>
        <p:spPr>
          <a:xfrm>
            <a:off x="228600" y="952675"/>
            <a:ext cx="8764500" cy="3747900"/>
          </a:xfrm>
          <a:prstGeom prst="rect">
            <a:avLst/>
          </a:prstGeom>
        </p:spPr>
        <p:txBody>
          <a:bodyPr anchorCtr="0" anchor="t" bIns="0" lIns="0" spcFirstLastPara="1" rIns="0" wrap="square" tIns="0">
            <a:normAutofit fontScale="85000" lnSpcReduction="10000"/>
          </a:bodyPr>
          <a:lstStyle/>
          <a:p>
            <a:pPr indent="0" lvl="0" marL="0" rtl="0" algn="l">
              <a:spcBef>
                <a:spcPts val="0"/>
              </a:spcBef>
              <a:spcAft>
                <a:spcPts val="0"/>
              </a:spcAft>
              <a:buNone/>
            </a:pPr>
            <a:r>
              <a:rPr lang="en"/>
              <a:t>Docker images are stored as stacked, read-only layers. </a:t>
            </a:r>
            <a:endParaRPr/>
          </a:p>
          <a:p>
            <a:pPr indent="0" lvl="0" marL="0" rtl="0" algn="l">
              <a:spcBef>
                <a:spcPts val="1000"/>
              </a:spcBef>
              <a:spcAft>
                <a:spcPts val="0"/>
              </a:spcAft>
              <a:buNone/>
            </a:pPr>
            <a:r>
              <a:rPr lang="en"/>
              <a:t>When you run a container, Docker adds a thin, writable layer on top. </a:t>
            </a:r>
            <a:endParaRPr/>
          </a:p>
          <a:p>
            <a:pPr indent="0" lvl="0" marL="0" rtl="0" algn="l">
              <a:spcBef>
                <a:spcPts val="1000"/>
              </a:spcBef>
              <a:spcAft>
                <a:spcPts val="0"/>
              </a:spcAft>
              <a:buNone/>
            </a:pPr>
            <a:r>
              <a:rPr lang="en"/>
              <a:t>Any files you create or modify go into that writable layer — the base image layers beneath are untouched. </a:t>
            </a:r>
            <a:endParaRPr/>
          </a:p>
          <a:p>
            <a:pPr indent="0" lvl="0" marL="0" rtl="0" algn="l">
              <a:spcBef>
                <a:spcPts val="1000"/>
              </a:spcBef>
              <a:spcAft>
                <a:spcPts val="0"/>
              </a:spcAft>
              <a:buNone/>
            </a:pPr>
            <a:r>
              <a:rPr lang="en"/>
              <a:t>When the container is deleted, that writable layer is discarded.</a:t>
            </a:r>
            <a:endParaRPr/>
          </a:p>
          <a:p>
            <a:pPr indent="0" lvl="0" marL="0" rtl="0" algn="l">
              <a:spcBef>
                <a:spcPts val="1000"/>
              </a:spcBef>
              <a:spcAft>
                <a:spcPts val="0"/>
              </a:spcAft>
              <a:buNone/>
            </a:pPr>
            <a:r>
              <a:rPr lang="en"/>
              <a:t>Layer 1: Base image (ubuntu, debian trixie, alpine, etcetc)</a:t>
            </a:r>
            <a:endParaRPr/>
          </a:p>
          <a:p>
            <a:pPr indent="0" lvl="0" marL="0" rtl="0" algn="l">
              <a:spcBef>
                <a:spcPts val="1000"/>
              </a:spcBef>
              <a:spcAft>
                <a:spcPts val="0"/>
              </a:spcAft>
              <a:buNone/>
            </a:pPr>
            <a:r>
              <a:rPr lang="en"/>
              <a:t>Layer2: Read only (Running basic updates via apt update &amp;&amp; upgrade, installing deps &amp; tools such as nmap, etc)</a:t>
            </a:r>
            <a:endParaRPr/>
          </a:p>
          <a:p>
            <a:pPr indent="0" lvl="0" marL="0" rtl="0" algn="l">
              <a:spcBef>
                <a:spcPts val="1000"/>
              </a:spcBef>
              <a:spcAft>
                <a:spcPts val="0"/>
              </a:spcAft>
              <a:buNone/>
            </a:pPr>
            <a:r>
              <a:rPr lang="en"/>
              <a:t>Layer3: NMAP configuration (config layer)</a:t>
            </a:r>
            <a:endParaRPr/>
          </a:p>
          <a:p>
            <a:pPr indent="0" lvl="0" marL="0" rtl="0" algn="l">
              <a:spcBef>
                <a:spcPts val="1000"/>
              </a:spcBef>
              <a:spcAft>
                <a:spcPts val="0"/>
              </a:spcAft>
              <a:buClr>
                <a:schemeClr val="dk1"/>
              </a:buClr>
              <a:buSzPct val="61111"/>
              <a:buFont typeface="Arial"/>
              <a:buNone/>
            </a:pPr>
            <a:r>
              <a:rPr lang="en"/>
              <a:t>Then you would start the container, and it would delete anything outside a volume; fresh.</a:t>
            </a:r>
            <a:endParaRPr/>
          </a:p>
          <a:p>
            <a:pPr indent="0" lvl="0" marL="0" rtl="0" algn="l">
              <a:spcBef>
                <a:spcPts val="1000"/>
              </a:spcBef>
              <a:spcAft>
                <a:spcPts val="10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9"/>
          <p:cNvSpPr txBox="1"/>
          <p:nvPr/>
        </p:nvSpPr>
        <p:spPr>
          <a:xfrm>
            <a:off x="12375" y="989600"/>
            <a:ext cx="8646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Because containers share the host kernel, a kernel-level vulnerability could potentially allow a container escape; where malicious code inside a container breaks out to the host.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This is rare and requires sophisticated exploits, but it's why you should never run untrusted container images as root.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VMs provide stronger isolation for truly hostile workloads.</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0"/>
          <p:cNvSpPr txBox="1"/>
          <p:nvPr>
            <p:ph type="title"/>
          </p:nvPr>
        </p:nvSpPr>
        <p:spPr>
          <a:xfrm>
            <a:off x="228600" y="228600"/>
            <a:ext cx="8727300" cy="13392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900"/>
              <a:t>How Docker Works on Linux, Windows &amp; macOS</a:t>
            </a:r>
            <a:endParaRPr sz="2900"/>
          </a:p>
          <a:p>
            <a:pPr indent="0" lvl="0" marL="0" rtl="0" algn="l">
              <a:spcBef>
                <a:spcPts val="0"/>
              </a:spcBef>
              <a:spcAft>
                <a:spcPts val="0"/>
              </a:spcAft>
              <a:buClr>
                <a:schemeClr val="dk1"/>
              </a:buClr>
              <a:buSzPts val="1100"/>
              <a:buFont typeface="Arial"/>
              <a:buNone/>
            </a:pPr>
            <a:r>
              <a:t/>
            </a:r>
            <a:endParaRPr sz="2900"/>
          </a:p>
          <a:p>
            <a:pPr indent="0" lvl="0" marL="0" rtl="0" algn="l">
              <a:spcBef>
                <a:spcPts val="0"/>
              </a:spcBef>
              <a:spcAft>
                <a:spcPts val="0"/>
              </a:spcAft>
              <a:buNone/>
            </a:pPr>
            <a:r>
              <a:t/>
            </a:r>
            <a:endParaRPr sz="2900"/>
          </a:p>
        </p:txBody>
      </p:sp>
      <p:sp>
        <p:nvSpPr>
          <p:cNvPr id="333" name="Google Shape;333;p50"/>
          <p:cNvSpPr txBox="1"/>
          <p:nvPr>
            <p:ph idx="1" type="subTitle"/>
          </p:nvPr>
        </p:nvSpPr>
        <p:spPr>
          <a:xfrm>
            <a:off x="228600" y="940300"/>
            <a:ext cx="8727300" cy="3995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Docker containers require a Linux kernel. Since containers share the host's kernel, what happens on non-Linux machines?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On Linux, Docker runs natively. </a:t>
            </a:r>
            <a:endParaRPr/>
          </a:p>
          <a:p>
            <a:pPr indent="0" lvl="0" marL="0" rtl="0" algn="l">
              <a:spcBef>
                <a:spcPts val="1000"/>
              </a:spcBef>
              <a:spcAft>
                <a:spcPts val="0"/>
              </a:spcAft>
              <a:buNone/>
            </a:pPr>
            <a:r>
              <a:rPr lang="en"/>
              <a:t>The Docker daemon talks directly to the Linux kernel's namespaces and cgroups. There is zero overhead — containers are essentially just isolated Linux processes. </a:t>
            </a:r>
            <a:endParaRPr/>
          </a:p>
          <a:p>
            <a:pPr indent="0" lvl="0" marL="0" rtl="0" algn="l">
              <a:spcBef>
                <a:spcPts val="1000"/>
              </a:spcBef>
              <a:spcAft>
                <a:spcPts val="0"/>
              </a:spcAft>
              <a:buNone/>
            </a:pPr>
            <a:r>
              <a:rPr lang="en"/>
              <a:t>Performance is as close to bare-metal as possible. </a:t>
            </a:r>
            <a:endParaRPr/>
          </a:p>
          <a:p>
            <a:pPr indent="0" lvl="0" marL="0" rtl="0" algn="l">
              <a:spcBef>
                <a:spcPts val="1000"/>
              </a:spcBef>
              <a:spcAft>
                <a:spcPts val="0"/>
              </a:spcAft>
              <a:buNone/>
            </a:pPr>
            <a:r>
              <a:rPr lang="en"/>
              <a:t>This is why most production servers and security labs run Docker on Linux.</a:t>
            </a:r>
            <a:endParaRPr/>
          </a:p>
          <a:p>
            <a:pPr indent="0" lvl="0" marL="0" rtl="0" algn="l">
              <a:spcBef>
                <a:spcPts val="1000"/>
              </a:spcBef>
              <a:spcAft>
                <a:spcPts val="10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macOS</a:t>
            </a:r>
            <a:endParaRPr/>
          </a:p>
        </p:txBody>
      </p:sp>
      <p:sp>
        <p:nvSpPr>
          <p:cNvPr id="339" name="Google Shape;339;p51"/>
          <p:cNvSpPr txBox="1"/>
          <p:nvPr>
            <p:ph idx="1" type="subTitle"/>
          </p:nvPr>
        </p:nvSpPr>
        <p:spPr>
          <a:xfrm>
            <a:off x="228600" y="952675"/>
            <a:ext cx="8764500" cy="3995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macOS uses its own kernel (Darwin/XNU), which is not Linux.</a:t>
            </a:r>
            <a:endParaRPr/>
          </a:p>
          <a:p>
            <a:pPr indent="0" lvl="0" marL="0" rtl="0" algn="l">
              <a:spcBef>
                <a:spcPts val="1000"/>
              </a:spcBef>
              <a:spcAft>
                <a:spcPts val="0"/>
              </a:spcAft>
              <a:buNone/>
            </a:pPr>
            <a:r>
              <a:rPr lang="en"/>
              <a:t> So when you install Docker Desktop for Mac, it silently creates a small, lightweight Linux VM (using Apple's Hypervisor framework) that runs in the background.</a:t>
            </a:r>
            <a:endParaRPr/>
          </a:p>
          <a:p>
            <a:pPr indent="0" lvl="0" marL="0" rtl="0" algn="l">
              <a:spcBef>
                <a:spcPts val="1000"/>
              </a:spcBef>
              <a:spcAft>
                <a:spcPts val="0"/>
              </a:spcAft>
              <a:buNone/>
            </a:pPr>
            <a:r>
              <a:rPr lang="en"/>
              <a:t> Your Docker containers actually run inside that hidden Linux VM. This adds a small layer of overhead, but Docker Desktop manages it transparently, so you'll never notice it in day-2-day use unless you have a particularly low-spec machine. </a:t>
            </a:r>
            <a:endParaRPr/>
          </a:p>
          <a:p>
            <a:pPr indent="0" lvl="0" marL="0" rtl="0" algn="l">
              <a:spcBef>
                <a:spcPts val="1000"/>
              </a:spcBef>
              <a:spcAft>
                <a:spcPts val="1000"/>
              </a:spcAft>
              <a:buNone/>
            </a:pPr>
            <a:r>
              <a:rPr lang="en"/>
              <a:t>All your docker commands still work the same way from your macOS terminal.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Windows </a:t>
            </a:r>
            <a:endParaRPr/>
          </a:p>
        </p:txBody>
      </p:sp>
      <p:sp>
        <p:nvSpPr>
          <p:cNvPr id="345" name="Google Shape;345;p52"/>
          <p:cNvSpPr txBox="1"/>
          <p:nvPr>
            <p:ph idx="1" type="subTitle"/>
          </p:nvPr>
        </p:nvSpPr>
        <p:spPr>
          <a:xfrm>
            <a:off x="228600" y="952675"/>
            <a:ext cx="8814000" cy="4119000"/>
          </a:xfrm>
          <a:prstGeom prst="rect">
            <a:avLst/>
          </a:prstGeom>
        </p:spPr>
        <p:txBody>
          <a:bodyPr anchorCtr="0" anchor="t" bIns="0" lIns="0" spcFirstLastPara="1" rIns="0" wrap="square" tIns="0">
            <a:normAutofit lnSpcReduction="20000"/>
          </a:bodyPr>
          <a:lstStyle/>
          <a:p>
            <a:pPr indent="0" lvl="0" marL="0" rtl="0" algn="l">
              <a:spcBef>
                <a:spcPts val="0"/>
              </a:spcBef>
              <a:spcAft>
                <a:spcPts val="0"/>
              </a:spcAft>
              <a:buClr>
                <a:schemeClr val="dk1"/>
              </a:buClr>
              <a:buSzPts val="1100"/>
              <a:buFont typeface="Arial"/>
              <a:buNone/>
            </a:pPr>
            <a:r>
              <a:rPr lang="en"/>
              <a:t>Windows also doesn't run a Linux kernel natively (unless you're using WSL2). Docker Desktop for Windows can use one of two backends:</a:t>
            </a:r>
            <a:endParaRPr/>
          </a:p>
          <a:p>
            <a:pPr indent="-342900" lvl="0" marL="457200" rtl="0" algn="l">
              <a:spcBef>
                <a:spcPts val="1000"/>
              </a:spcBef>
              <a:spcAft>
                <a:spcPts val="0"/>
              </a:spcAft>
              <a:buSzPts val="1800"/>
              <a:buChar char="-"/>
            </a:pPr>
            <a:r>
              <a:rPr b="1" lang="en" u="sng"/>
              <a:t>WSL2 Backend (Recommended):</a:t>
            </a:r>
            <a:r>
              <a:rPr lang="en"/>
              <a:t> Windows Subsystem for Linux 2 provides a real Linux kernel running alongside Windows. Docker integrates with it directly, giving near-native Linux performance. This is the default and preferred option.</a:t>
            </a:r>
            <a:endParaRPr/>
          </a:p>
          <a:p>
            <a:pPr indent="-342900" lvl="0" marL="457200" rtl="0" algn="l">
              <a:spcBef>
                <a:spcPts val="0"/>
              </a:spcBef>
              <a:spcAft>
                <a:spcPts val="0"/>
              </a:spcAft>
              <a:buSzPts val="1800"/>
              <a:buChar char="-"/>
            </a:pPr>
            <a:r>
              <a:t/>
            </a:r>
            <a:endParaRPr/>
          </a:p>
          <a:p>
            <a:pPr indent="-342900" lvl="0" marL="457200" rtl="0" algn="l">
              <a:spcBef>
                <a:spcPts val="0"/>
              </a:spcBef>
              <a:spcAft>
                <a:spcPts val="0"/>
              </a:spcAft>
              <a:buSzPts val="1800"/>
              <a:buChar char="-"/>
            </a:pPr>
            <a:r>
              <a:rPr b="1" lang="en" u="sng"/>
              <a:t>Hyper-V Backend (Legacy):</a:t>
            </a:r>
            <a:r>
              <a:rPr lang="en"/>
              <a:t> Uses Microsoft's Hyper-V hypervisor to create a Linux VM. Heavier than WSL2.</a:t>
            </a:r>
            <a:endParaRPr/>
          </a:p>
          <a:p>
            <a:pPr indent="0" lvl="0" marL="0" rtl="0" algn="l">
              <a:spcBef>
                <a:spcPts val="1000"/>
              </a:spcBef>
              <a:spcAft>
                <a:spcPts val="0"/>
              </a:spcAft>
              <a:buClr>
                <a:schemeClr val="dk1"/>
              </a:buClr>
              <a:buSzPts val="1100"/>
              <a:buFont typeface="Arial"/>
              <a:buNone/>
            </a:pPr>
            <a:r>
              <a:rPr lang="en"/>
              <a:t>On both macOS and Windows, Docker Desktop provides a GUI application that lets you manage containers visually, though most professionals use the CLI. Portainer and other adjacent GUI dashboards exist for linux users.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type="title"/>
          </p:nvPr>
        </p:nvSpPr>
        <p:spPr>
          <a:xfrm>
            <a:off x="228600" y="228600"/>
            <a:ext cx="90861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What About Windows Containers?</a:t>
            </a:r>
            <a:endParaRPr/>
          </a:p>
        </p:txBody>
      </p:sp>
      <p:sp>
        <p:nvSpPr>
          <p:cNvPr id="351" name="Google Shape;351;p53"/>
          <p:cNvSpPr txBox="1"/>
          <p:nvPr>
            <p:ph idx="1" type="subTitle"/>
          </p:nvPr>
        </p:nvSpPr>
        <p:spPr>
          <a:xfrm>
            <a:off x="228600" y="952675"/>
            <a:ext cx="8715000" cy="38592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000"/>
              </a:spcBef>
              <a:spcAft>
                <a:spcPts val="0"/>
              </a:spcAft>
              <a:buNone/>
            </a:pPr>
            <a:r>
              <a:rPr lang="en"/>
              <a:t>Docker can run Windows containers that use the Windows kernel instead. </a:t>
            </a:r>
            <a:endParaRPr/>
          </a:p>
          <a:p>
            <a:pPr indent="0" lvl="0" marL="0" rtl="0" algn="l">
              <a:spcBef>
                <a:spcPts val="1000"/>
              </a:spcBef>
              <a:spcAft>
                <a:spcPts val="0"/>
              </a:spcAft>
              <a:buNone/>
            </a:pPr>
            <a:r>
              <a:rPr lang="en"/>
              <a:t>These are rare and used primarily for enterprise Windows apps. </a:t>
            </a:r>
            <a:endParaRPr/>
          </a:p>
          <a:p>
            <a:pPr indent="0" lvl="0" marL="0" rtl="0" algn="l">
              <a:spcBef>
                <a:spcPts val="1000"/>
              </a:spcBef>
              <a:spcAft>
                <a:spcPts val="0"/>
              </a:spcAft>
              <a:buNone/>
            </a:pPr>
            <a:r>
              <a:rPr lang="en"/>
              <a:t>In cybersecurity, you'll almost exclusively work with Linux containers — which is what this guide covers.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4"/>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INSTALLING &amp; SETUP</a:t>
            </a:r>
            <a:endParaRPr/>
          </a:p>
        </p:txBody>
      </p:sp>
      <p:sp>
        <p:nvSpPr>
          <p:cNvPr id="357" name="Google Shape;357;p54"/>
          <p:cNvSpPr txBox="1"/>
          <p:nvPr>
            <p:ph idx="1" type="subTitle"/>
          </p:nvPr>
        </p:nvSpPr>
        <p:spPr>
          <a:xfrm>
            <a:off x="228600" y="952675"/>
            <a:ext cx="6480300" cy="1703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Now we’ll show and help set up docker for your machine!</a:t>
            </a:r>
            <a:endParaRPr/>
          </a:p>
          <a:p>
            <a:pPr indent="0" lvl="0" marL="0" rtl="0" algn="l">
              <a:spcBef>
                <a:spcPts val="1000"/>
              </a:spcBef>
              <a:spcAft>
                <a:spcPts val="10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On macOS / Windows</a:t>
            </a:r>
            <a:endParaRPr/>
          </a:p>
        </p:txBody>
      </p:sp>
      <p:sp>
        <p:nvSpPr>
          <p:cNvPr id="363" name="Google Shape;363;p55"/>
          <p:cNvSpPr txBox="1"/>
          <p:nvPr>
            <p:ph idx="1" type="subTitle"/>
          </p:nvPr>
        </p:nvSpPr>
        <p:spPr>
          <a:xfrm>
            <a:off x="228600" y="952675"/>
            <a:ext cx="8665500" cy="3797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Go to:</a:t>
            </a:r>
            <a:endParaRPr/>
          </a:p>
          <a:p>
            <a:pPr indent="0" lvl="0" marL="0" rtl="0" algn="l">
              <a:spcBef>
                <a:spcPts val="1000"/>
              </a:spcBef>
              <a:spcAft>
                <a:spcPts val="0"/>
              </a:spcAft>
              <a:buNone/>
            </a:pPr>
            <a:r>
              <a:rPr b="1" i="1" lang="en" sz="2000" u="sng">
                <a:solidFill>
                  <a:schemeClr val="hlink"/>
                </a:solidFill>
                <a:hlinkClick r:id="rId3"/>
              </a:rPr>
              <a:t>https://www.docker.com/get-started/</a:t>
            </a:r>
            <a:endParaRPr b="1" i="1" sz="2000"/>
          </a:p>
          <a:p>
            <a:pPr indent="0" lvl="0" marL="0" rtl="0" algn="l">
              <a:spcBef>
                <a:spcPts val="1000"/>
              </a:spcBef>
              <a:spcAft>
                <a:spcPts val="0"/>
              </a:spcAft>
              <a:buNone/>
            </a:pPr>
            <a:r>
              <a:rPr b="1" lang="en"/>
              <a:t>Click on your OS’s download link</a:t>
            </a:r>
            <a:endParaRPr b="1"/>
          </a:p>
          <a:p>
            <a:pPr indent="0" lvl="0" marL="0" rtl="0" algn="l">
              <a:spcBef>
                <a:spcPts val="1000"/>
              </a:spcBef>
              <a:spcAft>
                <a:spcPts val="0"/>
              </a:spcAft>
              <a:buNone/>
            </a:pPr>
            <a:r>
              <a:rPr b="1" lang="en"/>
              <a:t>Wait for download to finish, run the installer.</a:t>
            </a:r>
            <a:endParaRPr b="1"/>
          </a:p>
          <a:p>
            <a:pPr indent="0" lvl="0" marL="0" rtl="0" algn="l">
              <a:spcBef>
                <a:spcPts val="1000"/>
              </a:spcBef>
              <a:spcAft>
                <a:spcPts val="1000"/>
              </a:spcAft>
              <a:buNone/>
            </a:pPr>
            <a:r>
              <a:rPr b="1" lang="en"/>
              <a:t>It can take up to 5 minutes on some machines.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6"/>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On Debian Linux</a:t>
            </a:r>
            <a:endParaRPr/>
          </a:p>
        </p:txBody>
      </p:sp>
      <p:sp>
        <p:nvSpPr>
          <p:cNvPr id="369" name="Google Shape;369;p56"/>
          <p:cNvSpPr txBox="1"/>
          <p:nvPr>
            <p:ph idx="1" type="subTitle"/>
          </p:nvPr>
        </p:nvSpPr>
        <p:spPr>
          <a:xfrm>
            <a:off x="228600" y="952675"/>
            <a:ext cx="8578800" cy="2894400"/>
          </a:xfrm>
          <a:prstGeom prst="rect">
            <a:avLst/>
          </a:prstGeom>
        </p:spPr>
        <p:txBody>
          <a:bodyPr anchorCtr="0" anchor="t" bIns="0" lIns="0" spcFirstLastPara="1" rIns="0" wrap="square" tIns="0">
            <a:normAutofit lnSpcReduction="20000"/>
          </a:bodyPr>
          <a:lstStyle/>
          <a:p>
            <a:pPr indent="0" lvl="0" marL="0" rtl="0" algn="l">
              <a:spcBef>
                <a:spcPts val="0"/>
              </a:spcBef>
              <a:spcAft>
                <a:spcPts val="0"/>
              </a:spcAft>
              <a:buNone/>
            </a:pPr>
            <a:r>
              <a:rPr lang="en"/>
              <a:t>I have a small script / set of CMDS that will remove any old or outdated editions, and </a:t>
            </a:r>
            <a:r>
              <a:rPr lang="en"/>
              <a:t>reinstall</a:t>
            </a:r>
            <a:r>
              <a:rPr lang="en"/>
              <a:t> / install fresh.</a:t>
            </a:r>
            <a:endParaRPr/>
          </a:p>
          <a:p>
            <a:pPr indent="0" lvl="0" marL="0" rtl="0" algn="l">
              <a:spcBef>
                <a:spcPts val="1000"/>
              </a:spcBef>
              <a:spcAft>
                <a:spcPts val="0"/>
              </a:spcAft>
              <a:buNone/>
            </a:pPr>
            <a:r>
              <a:rPr lang="en"/>
              <a:t>Go to:</a:t>
            </a:r>
            <a:endParaRPr/>
          </a:p>
          <a:p>
            <a:pPr indent="0" lvl="0" marL="0" rtl="0" algn="l">
              <a:spcBef>
                <a:spcPts val="1000"/>
              </a:spcBef>
              <a:spcAft>
                <a:spcPts val="0"/>
              </a:spcAft>
              <a:buNone/>
            </a:pPr>
            <a:r>
              <a:rPr b="1" lang="en" sz="1400"/>
              <a:t>https://shorturl.at/8cINd</a:t>
            </a:r>
            <a:endParaRPr b="1" sz="1400"/>
          </a:p>
          <a:p>
            <a:pPr indent="0" lvl="0" marL="0" rtl="0" algn="l">
              <a:spcBef>
                <a:spcPts val="1000"/>
              </a:spcBef>
              <a:spcAft>
                <a:spcPts val="0"/>
              </a:spcAft>
              <a:buNone/>
            </a:pPr>
            <a:r>
              <a:t/>
            </a:r>
            <a:endParaRPr sz="1800"/>
          </a:p>
          <a:p>
            <a:pPr indent="0" lvl="0" marL="0" rtl="0" algn="l">
              <a:spcBef>
                <a:spcPts val="1000"/>
              </a:spcBef>
              <a:spcAft>
                <a:spcPts val="0"/>
              </a:spcAft>
              <a:buNone/>
            </a:pPr>
            <a:r>
              <a:rPr lang="en" sz="1800"/>
              <a:t>Then, copy and paste it into your terminal and press enter;</a:t>
            </a:r>
            <a:endParaRPr sz="1800"/>
          </a:p>
          <a:p>
            <a:pPr indent="0" lvl="0" marL="0" rtl="0" algn="l">
              <a:spcBef>
                <a:spcPts val="1000"/>
              </a:spcBef>
              <a:spcAft>
                <a:spcPts val="0"/>
              </a:spcAft>
              <a:buNone/>
            </a:pPr>
            <a:r>
              <a:rPr lang="en" sz="1800"/>
              <a:t> or save it as a file and run ‘bash &lt;filename&gt;.sh’.</a:t>
            </a:r>
            <a:endParaRPr sz="1800"/>
          </a:p>
          <a:p>
            <a:pPr indent="0" lvl="0" marL="0" rtl="0" algn="l">
              <a:spcBef>
                <a:spcPts val="1000"/>
              </a:spcBef>
              <a:spcAft>
                <a:spcPts val="1000"/>
              </a:spcAft>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7"/>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Test your installation</a:t>
            </a:r>
            <a:endParaRPr/>
          </a:p>
        </p:txBody>
      </p:sp>
      <p:sp>
        <p:nvSpPr>
          <p:cNvPr id="375" name="Google Shape;375;p57"/>
          <p:cNvSpPr txBox="1"/>
          <p:nvPr>
            <p:ph idx="1" type="subTitle"/>
          </p:nvPr>
        </p:nvSpPr>
        <p:spPr>
          <a:xfrm>
            <a:off x="228600" y="952675"/>
            <a:ext cx="8690400" cy="3945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Run”docker run hello-world”.</a:t>
            </a:r>
            <a:endParaRPr/>
          </a:p>
          <a:p>
            <a:pPr indent="0" lvl="0" marL="0" rtl="0" algn="l">
              <a:spcBef>
                <a:spcPts val="1000"/>
              </a:spcBef>
              <a:spcAft>
                <a:spcPts val="0"/>
              </a:spcAft>
              <a:buNone/>
            </a:pPr>
            <a:r>
              <a:rPr lang="en"/>
              <a:t>Docker will pull a tiny test image from Docker Hub and run it.</a:t>
            </a:r>
            <a:endParaRPr/>
          </a:p>
          <a:p>
            <a:pPr indent="0" lvl="0" marL="0" rtl="0" algn="l">
              <a:spcBef>
                <a:spcPts val="1000"/>
              </a:spcBef>
              <a:spcAft>
                <a:spcPts val="0"/>
              </a:spcAft>
              <a:buNone/>
            </a:pPr>
            <a:r>
              <a:rPr lang="en"/>
              <a:t> If you see "Hello from Docker!" printed in your terminal, everything is working correctly.</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Essential docker commands can be found in the docker-workshop repo.</a:t>
            </a:r>
            <a:endParaRPr/>
          </a:p>
          <a:p>
            <a:pPr indent="0" lvl="0" marL="0" rtl="0" algn="l">
              <a:spcBef>
                <a:spcPts val="1000"/>
              </a:spcBef>
              <a:spcAft>
                <a:spcPts val="0"/>
              </a:spcAft>
              <a:buNone/>
            </a:pPr>
            <a:r>
              <a:rPr lang="en" u="sng">
                <a:solidFill>
                  <a:schemeClr val="hlink"/>
                </a:solidFill>
                <a:hlinkClick r:id="rId3"/>
              </a:rPr>
              <a:t>https://github.com/dsient/docker-workshops/tree/main</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8"/>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Docker Images &amp; Dockerfiles</a:t>
            </a:r>
            <a:endParaRPr/>
          </a:p>
        </p:txBody>
      </p:sp>
      <p:sp>
        <p:nvSpPr>
          <p:cNvPr id="381" name="Google Shape;381;p58"/>
          <p:cNvSpPr txBox="1"/>
          <p:nvPr>
            <p:ph idx="1" type="subTitle"/>
          </p:nvPr>
        </p:nvSpPr>
        <p:spPr>
          <a:xfrm>
            <a:off x="228600" y="952675"/>
            <a:ext cx="8702700" cy="2671800"/>
          </a:xfrm>
          <a:prstGeom prst="rect">
            <a:avLst/>
          </a:prstGeom>
        </p:spPr>
        <p:txBody>
          <a:bodyPr anchorCtr="0" anchor="t" bIns="0" lIns="0" spcFirstLastPara="1" rIns="0" wrap="square" tIns="0">
            <a:normAutofit lnSpcReduction="10000"/>
          </a:bodyPr>
          <a:lstStyle/>
          <a:p>
            <a:pPr indent="0" lvl="0" marL="0" rtl="0" algn="l">
              <a:spcBef>
                <a:spcPts val="0"/>
              </a:spcBef>
              <a:spcAft>
                <a:spcPts val="0"/>
              </a:spcAft>
              <a:buClr>
                <a:schemeClr val="dk1"/>
              </a:buClr>
              <a:buSzPts val="1100"/>
              <a:buFont typeface="Arial"/>
              <a:buNone/>
            </a:pPr>
            <a:r>
              <a:rPr lang="en"/>
              <a:t>A Docker Image is a read-only template that defines what a container will look like when it runs. You can use pre-built images from Docker Hub, or build your own custom images using a Dockerfile.</a:t>
            </a:r>
            <a:endParaRPr/>
          </a:p>
          <a:p>
            <a:pPr indent="0" lvl="0" marL="0" rtl="0" algn="l">
              <a:spcBef>
                <a:spcPts val="1000"/>
              </a:spcBef>
              <a:spcAft>
                <a:spcPts val="0"/>
              </a:spcAft>
              <a:buNone/>
            </a:pPr>
            <a:r>
              <a:rPr lang="en"/>
              <a:t>A Dockerfile is a plain text file with a set of instructions that Docker follows to build an image. Think of it like a recipe card; "Start with Ubuntu, install these packages, copy these files, and when you run this container, start this program."</a:t>
            </a:r>
            <a:endParaRPr/>
          </a:p>
          <a:p>
            <a:pPr indent="0" lvl="0" marL="0" rtl="0" algn="l">
              <a:spcBef>
                <a:spcPts val="1000"/>
              </a:spcBef>
              <a:spcAft>
                <a:spcPts val="0"/>
              </a:spcAft>
              <a:buClr>
                <a:schemeClr val="dk1"/>
              </a:buClr>
              <a:buSzPts val="1100"/>
              <a:buFont typeface="Arial"/>
              <a:buNone/>
            </a:pPr>
            <a:r>
              <a:rPr lang="en"/>
              <a:t>Simple enough once you get the hang of it.</a:t>
            </a:r>
            <a:endParaRPr/>
          </a:p>
          <a:p>
            <a:pPr indent="0" lvl="0" marL="0" rtl="0" algn="l">
              <a:spcBef>
                <a:spcPts val="1000"/>
              </a:spcBef>
              <a:spcAft>
                <a:spcPts val="10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9"/>
          <p:cNvSpPr txBox="1"/>
          <p:nvPr>
            <p:ph type="title"/>
          </p:nvPr>
        </p:nvSpPr>
        <p:spPr>
          <a:xfrm>
            <a:off x="228600" y="228600"/>
            <a:ext cx="86904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Lets make a custom image!</a:t>
            </a:r>
            <a:endParaRPr/>
          </a:p>
        </p:txBody>
      </p:sp>
      <p:sp>
        <p:nvSpPr>
          <p:cNvPr id="387" name="Google Shape;387;p59"/>
          <p:cNvSpPr txBox="1"/>
          <p:nvPr>
            <p:ph idx="1" type="subTitle"/>
          </p:nvPr>
        </p:nvSpPr>
        <p:spPr>
          <a:xfrm>
            <a:off x="228600" y="952675"/>
            <a:ext cx="8690400" cy="3809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Got docker installed and ready?</a:t>
            </a:r>
            <a:endParaRPr/>
          </a:p>
          <a:p>
            <a:pPr indent="0" lvl="0" marL="0" rtl="0" algn="l">
              <a:spcBef>
                <a:spcPts val="1000"/>
              </a:spcBef>
              <a:spcAft>
                <a:spcPts val="0"/>
              </a:spcAft>
              <a:buNone/>
            </a:pPr>
            <a:r>
              <a:rPr lang="en"/>
              <a:t>Make a new folder and open nano or notepad!</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Note that a Dockerfile has no extension. </a:t>
            </a:r>
            <a:endParaRPr/>
          </a:p>
          <a:p>
            <a:pPr indent="0" lvl="0" marL="0" rtl="0" algn="l">
              <a:spcBef>
                <a:spcPts val="1000"/>
              </a:spcBef>
              <a:spcAft>
                <a:spcPts val="0"/>
              </a:spcAft>
              <a:buNone/>
            </a:pPr>
            <a:r>
              <a:rPr lang="en"/>
              <a:t>The name should be “Dockerfile”, exactly, otherwise it wont be able to find it.</a:t>
            </a:r>
            <a:endParaRPr/>
          </a:p>
          <a:p>
            <a:pPr indent="0" lvl="0" marL="0" rtl="0" algn="l">
              <a:spcBef>
                <a:spcPts val="1000"/>
              </a:spcBef>
              <a:spcAft>
                <a:spcPts val="1000"/>
              </a:spcAft>
              <a:buNone/>
            </a:pPr>
            <a:r>
              <a:rPr lang="en"/>
              <a:t>	(This is different from docker compose files, which are .yaml)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0"/>
          <p:cNvSpPr txBox="1"/>
          <p:nvPr>
            <p:ph type="title"/>
          </p:nvPr>
        </p:nvSpPr>
        <p:spPr>
          <a:xfrm>
            <a:off x="228600" y="228600"/>
            <a:ext cx="87150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Now for something more exciting…</a:t>
            </a:r>
            <a:endParaRPr/>
          </a:p>
        </p:txBody>
      </p:sp>
      <p:sp>
        <p:nvSpPr>
          <p:cNvPr id="393" name="Google Shape;393;p60"/>
          <p:cNvSpPr txBox="1"/>
          <p:nvPr>
            <p:ph idx="1" type="subTitle"/>
          </p:nvPr>
        </p:nvSpPr>
        <p:spPr>
          <a:xfrm>
            <a:off x="228600" y="952675"/>
            <a:ext cx="6438900" cy="39831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0"/>
              </a:spcAft>
              <a:buClr>
                <a:schemeClr val="dk1"/>
              </a:buClr>
              <a:buSzPts val="688"/>
              <a:buFont typeface="Arial"/>
              <a:buNone/>
            </a:pPr>
            <a:r>
              <a:rPr b="1" lang="en" sz="1325">
                <a:latin typeface="Arial"/>
                <a:ea typeface="Arial"/>
                <a:cs typeface="Arial"/>
                <a:sym typeface="Arial"/>
              </a:rPr>
              <a:t># Create an isolated network for your lab</a:t>
            </a:r>
            <a:endParaRPr b="1"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docker network create --subnet=172.20.0.0/16 lab</a:t>
            </a:r>
            <a:endParaRPr sz="1325">
              <a:latin typeface="Arial"/>
              <a:ea typeface="Arial"/>
              <a:cs typeface="Arial"/>
              <a:sym typeface="Arial"/>
            </a:endParaRPr>
          </a:p>
          <a:p>
            <a:pPr indent="0" lvl="0" marL="0" rtl="0" algn="l">
              <a:lnSpc>
                <a:spcPct val="95000"/>
              </a:lnSpc>
              <a:spcBef>
                <a:spcPts val="1000"/>
              </a:spcBef>
              <a:spcAft>
                <a:spcPts val="0"/>
              </a:spcAft>
              <a:buClr>
                <a:schemeClr val="dk1"/>
              </a:buClr>
              <a:buSzPts val="688"/>
              <a:buFont typeface="Arial"/>
              <a:buNone/>
            </a:pPr>
            <a:r>
              <a:rPr b="1" lang="en" sz="1325">
                <a:latin typeface="Arial"/>
                <a:ea typeface="Arial"/>
                <a:cs typeface="Arial"/>
                <a:sym typeface="Arial"/>
              </a:rPr>
              <a:t># Start a vulnerable target on the lab network</a:t>
            </a:r>
            <a:endParaRPr b="1"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docker run -d --name target --network lab vulnerables/web-dvwa</a:t>
            </a:r>
            <a:endParaRPr sz="1325">
              <a:latin typeface="Arial"/>
              <a:ea typeface="Arial"/>
              <a:cs typeface="Arial"/>
              <a:sym typeface="Arial"/>
            </a:endParaRPr>
          </a:p>
          <a:p>
            <a:pPr indent="0" lvl="0" marL="0" rtl="0" algn="l">
              <a:lnSpc>
                <a:spcPct val="95000"/>
              </a:lnSpc>
              <a:spcBef>
                <a:spcPts val="1000"/>
              </a:spcBef>
              <a:spcAft>
                <a:spcPts val="0"/>
              </a:spcAft>
              <a:buClr>
                <a:schemeClr val="dk1"/>
              </a:buClr>
              <a:buSzPts val="688"/>
              <a:buFont typeface="Arial"/>
              <a:buNone/>
            </a:pPr>
            <a:r>
              <a:rPr b="1" lang="en" sz="1325">
                <a:latin typeface="Arial"/>
                <a:ea typeface="Arial"/>
                <a:cs typeface="Arial"/>
                <a:sym typeface="Arial"/>
              </a:rPr>
              <a:t># Start Kali attacker container on the same network</a:t>
            </a:r>
            <a:endParaRPr b="1"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docker run -it --name attacker --network lab kalilinux/kali-rolling bash</a:t>
            </a:r>
            <a:endParaRPr sz="1325">
              <a:latin typeface="Arial"/>
              <a:ea typeface="Arial"/>
              <a:cs typeface="Arial"/>
              <a:sym typeface="Arial"/>
            </a:endParaRPr>
          </a:p>
          <a:p>
            <a:pPr indent="0" lvl="0" marL="0" rtl="0" algn="l">
              <a:lnSpc>
                <a:spcPct val="95000"/>
              </a:lnSpc>
              <a:spcBef>
                <a:spcPts val="1000"/>
              </a:spcBef>
              <a:spcAft>
                <a:spcPts val="0"/>
              </a:spcAft>
              <a:buClr>
                <a:schemeClr val="dk1"/>
              </a:buClr>
              <a:buSzPts val="688"/>
              <a:buFont typeface="Arial"/>
              <a:buNone/>
            </a:pPr>
            <a:r>
              <a:rPr b="1" lang="en" sz="1325">
                <a:latin typeface="Arial"/>
                <a:ea typeface="Arial"/>
                <a:cs typeface="Arial"/>
                <a:sym typeface="Arial"/>
              </a:rPr>
              <a:t># Inside attacker container — target is reachable by container name!</a:t>
            </a:r>
            <a:endParaRPr b="1"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root@attacker:~# nmap -sV target</a:t>
            </a:r>
            <a:endParaRPr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root@attacker:~# curl http://target/</a:t>
            </a:r>
            <a:endParaRPr sz="1325">
              <a:latin typeface="Arial"/>
              <a:ea typeface="Arial"/>
              <a:cs typeface="Arial"/>
              <a:sym typeface="Arial"/>
            </a:endParaRPr>
          </a:p>
          <a:p>
            <a:pPr indent="0" lvl="0" marL="0" rtl="0" algn="l">
              <a:lnSpc>
                <a:spcPct val="95000"/>
              </a:lnSpc>
              <a:spcBef>
                <a:spcPts val="1000"/>
              </a:spcBef>
              <a:spcAft>
                <a:spcPts val="0"/>
              </a:spcAft>
              <a:buClr>
                <a:schemeClr val="dk1"/>
              </a:buClr>
              <a:buSzPts val="688"/>
              <a:buFont typeface="Arial"/>
              <a:buNone/>
            </a:pPr>
            <a:r>
              <a:rPr b="1" lang="en" sz="1325">
                <a:latin typeface="Arial"/>
                <a:ea typeface="Arial"/>
                <a:cs typeface="Arial"/>
                <a:sym typeface="Arial"/>
              </a:rPr>
              <a:t># Clean up entire lab</a:t>
            </a:r>
            <a:endParaRPr b="1" sz="1325">
              <a:latin typeface="Arial"/>
              <a:ea typeface="Arial"/>
              <a:cs typeface="Arial"/>
              <a:sym typeface="Arial"/>
            </a:endParaRPr>
          </a:p>
          <a:p>
            <a:pPr indent="457200" lvl="0" marL="0" rtl="0" algn="l">
              <a:lnSpc>
                <a:spcPct val="95000"/>
              </a:lnSpc>
              <a:spcBef>
                <a:spcPts val="1000"/>
              </a:spcBef>
              <a:spcAft>
                <a:spcPts val="0"/>
              </a:spcAft>
              <a:buClr>
                <a:schemeClr val="dk1"/>
              </a:buClr>
              <a:buSzPts val="688"/>
              <a:buFont typeface="Arial"/>
              <a:buNone/>
            </a:pPr>
            <a:r>
              <a:rPr lang="en" sz="1325">
                <a:latin typeface="Arial"/>
                <a:ea typeface="Arial"/>
                <a:cs typeface="Arial"/>
                <a:sym typeface="Arial"/>
              </a:rPr>
              <a:t>docker stop target attacker ; docker rm target attacker ; docker network rm lab</a:t>
            </a:r>
            <a:endParaRPr sz="1325">
              <a:latin typeface="Arial"/>
              <a:ea typeface="Arial"/>
              <a:cs typeface="Arial"/>
              <a:sym typeface="Arial"/>
            </a:endParaRPr>
          </a:p>
          <a:p>
            <a:pPr indent="0" lvl="0" marL="0" rtl="0" algn="l">
              <a:lnSpc>
                <a:spcPct val="95000"/>
              </a:lnSpc>
              <a:spcBef>
                <a:spcPts val="1000"/>
              </a:spcBef>
              <a:spcAft>
                <a:spcPts val="1000"/>
              </a:spcAft>
              <a:buSzPts val="688"/>
              <a:buNone/>
            </a:pPr>
            <a:r>
              <a:t/>
            </a:r>
            <a:endParaRPr sz="1325">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1"/>
          <p:cNvSpPr txBox="1"/>
          <p:nvPr>
            <p:ph type="title"/>
          </p:nvPr>
        </p:nvSpPr>
        <p:spPr>
          <a:xfrm>
            <a:off x="228600" y="228600"/>
            <a:ext cx="6421500" cy="2772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Clr>
                <a:schemeClr val="dk1"/>
              </a:buClr>
              <a:buSzPts val="1100"/>
              <a:buFont typeface="Arial"/>
              <a:buNone/>
            </a:pPr>
            <a:r>
              <a:rPr lang="en" sz="1800">
                <a:solidFill>
                  <a:schemeClr val="dk2"/>
                </a:solidFill>
                <a:latin typeface="Plus Jakarta Sans"/>
                <a:ea typeface="Plus Jakarta Sans"/>
                <a:cs typeface="Plus Jakarta Sans"/>
                <a:sym typeface="Plus Jakarta Sans"/>
              </a:rPr>
              <a:t> Tip — Persisting Scan Results</a:t>
            </a:r>
            <a:endParaRPr/>
          </a:p>
        </p:txBody>
      </p:sp>
      <p:sp>
        <p:nvSpPr>
          <p:cNvPr id="399" name="Google Shape;399;p61"/>
          <p:cNvSpPr txBox="1"/>
          <p:nvPr>
            <p:ph idx="1" type="subTitle"/>
          </p:nvPr>
        </p:nvSpPr>
        <p:spPr>
          <a:xfrm>
            <a:off x="228600" y="952675"/>
            <a:ext cx="8566500" cy="3488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Arial"/>
                <a:ea typeface="Arial"/>
                <a:cs typeface="Arial"/>
                <a:sym typeface="Arial"/>
              </a:rPr>
              <a:t>Always mount a volume to save your work: </a:t>
            </a:r>
            <a:endParaRPr>
              <a:latin typeface="Arial"/>
              <a:ea typeface="Arial"/>
              <a:cs typeface="Arial"/>
              <a:sym typeface="Arial"/>
            </a:endParaRPr>
          </a:p>
          <a:p>
            <a:pPr indent="457200" lvl="0" marL="0" rtl="0" algn="l">
              <a:spcBef>
                <a:spcPts val="1000"/>
              </a:spcBef>
              <a:spcAft>
                <a:spcPts val="0"/>
              </a:spcAft>
              <a:buNone/>
            </a:pPr>
            <a:r>
              <a:rPr lang="en">
                <a:latin typeface="Arial"/>
                <a:ea typeface="Arial"/>
                <a:cs typeface="Arial"/>
                <a:sym typeface="Arial"/>
              </a:rPr>
              <a:t>docker run --rm -v $(pwd)/results:/output .... </a:t>
            </a:r>
            <a:endParaRPr>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lang="en">
                <a:latin typeface="Arial"/>
                <a:ea typeface="Arial"/>
                <a:cs typeface="Arial"/>
                <a:sym typeface="Arial"/>
              </a:rPr>
              <a:t>This maps a results/ folder in your current directory to /output inside the container. Anything saved there survives when the container is deleted.</a:t>
            </a:r>
            <a:endParaRPr>
              <a:latin typeface="Arial"/>
              <a:ea typeface="Arial"/>
              <a:cs typeface="Arial"/>
              <a:sym typeface="Arial"/>
            </a:endParaRPr>
          </a:p>
          <a:p>
            <a:pPr indent="0" lvl="0" marL="0" rtl="0" algn="l">
              <a:spcBef>
                <a:spcPts val="1000"/>
              </a:spcBef>
              <a:spcAft>
                <a:spcPts val="0"/>
              </a:spcAft>
              <a:buNone/>
            </a:pPr>
            <a:r>
              <a:t/>
            </a:r>
            <a:endParaRPr>
              <a:latin typeface="Arial"/>
              <a:ea typeface="Arial"/>
              <a:cs typeface="Arial"/>
              <a:sym typeface="Arial"/>
            </a:endParaRPr>
          </a:p>
          <a:p>
            <a:pPr indent="0" lvl="0" marL="0" rtl="0" algn="l">
              <a:spcBef>
                <a:spcPts val="1000"/>
              </a:spcBef>
              <a:spcAft>
                <a:spcPts val="0"/>
              </a:spcAft>
              <a:buNone/>
            </a:pPr>
            <a:r>
              <a:rPr b="1" i="1" lang="en" u="sng">
                <a:latin typeface="Arial"/>
                <a:ea typeface="Arial"/>
                <a:cs typeface="Arial"/>
                <a:sym typeface="Arial"/>
              </a:rPr>
              <a:t>Practice your Docker skills in context: </a:t>
            </a:r>
            <a:endParaRPr b="1" i="1" u="sng">
              <a:latin typeface="Arial"/>
              <a:ea typeface="Arial"/>
              <a:cs typeface="Arial"/>
              <a:sym typeface="Arial"/>
            </a:endParaRPr>
          </a:p>
          <a:p>
            <a:pPr indent="0" lvl="0" marL="0" rtl="0" algn="l">
              <a:spcBef>
                <a:spcPts val="1000"/>
              </a:spcBef>
              <a:spcAft>
                <a:spcPts val="1000"/>
              </a:spcAft>
              <a:buNone/>
            </a:pPr>
            <a:r>
              <a:rPr lang="en">
                <a:latin typeface="Arial"/>
                <a:ea typeface="Arial"/>
                <a:cs typeface="Arial"/>
                <a:sym typeface="Arial"/>
              </a:rPr>
              <a:t>HackTheBox and TryHackMe both provide Docker-based lab environments. VulnHub offers downloadable vulnerable VMs you can attack from a Kali container. PentesterLab has Docker-specific security challenges.</a:t>
            </a:r>
            <a:endParaRPr>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2"/>
          <p:cNvSpPr txBox="1"/>
          <p:nvPr>
            <p:ph type="title"/>
          </p:nvPr>
        </p:nvSpPr>
        <p:spPr>
          <a:xfrm>
            <a:off x="228600" y="228600"/>
            <a:ext cx="7822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More Essential Security Tool Images</a:t>
            </a:r>
            <a:endParaRPr/>
          </a:p>
        </p:txBody>
      </p:sp>
      <p:pic>
        <p:nvPicPr>
          <p:cNvPr id="405" name="Google Shape;405;p62"/>
          <p:cNvPicPr preferRelativeResize="0"/>
          <p:nvPr/>
        </p:nvPicPr>
        <p:blipFill>
          <a:blip r:embed="rId3">
            <a:alphaModFix/>
          </a:blip>
          <a:stretch>
            <a:fillRect/>
          </a:stretch>
        </p:blipFill>
        <p:spPr>
          <a:xfrm>
            <a:off x="1322950" y="782700"/>
            <a:ext cx="6498091" cy="4378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3"/>
          <p:cNvSpPr txBox="1"/>
          <p:nvPr>
            <p:ph type="title"/>
          </p:nvPr>
        </p:nvSpPr>
        <p:spPr>
          <a:xfrm>
            <a:off x="0" y="0"/>
            <a:ext cx="91440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Docker Compose — Orchestrating Multi-Container Labs</a:t>
            </a:r>
            <a:endParaRPr/>
          </a:p>
        </p:txBody>
      </p:sp>
      <p:sp>
        <p:nvSpPr>
          <p:cNvPr id="411" name="Google Shape;411;p63"/>
          <p:cNvSpPr txBox="1"/>
          <p:nvPr>
            <p:ph idx="1" type="subTitle"/>
          </p:nvPr>
        </p:nvSpPr>
        <p:spPr>
          <a:xfrm>
            <a:off x="115500" y="1756750"/>
            <a:ext cx="8913000" cy="2548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2100">
                <a:latin typeface="Arial"/>
                <a:ea typeface="Arial"/>
                <a:cs typeface="Arial"/>
                <a:sym typeface="Arial"/>
              </a:rPr>
              <a:t>Running one container at a time is powerful. Running an entire attack lab with an attacker, target, database, logging and more with a single command is transcendent.</a:t>
            </a:r>
            <a:endParaRPr sz="2100">
              <a:latin typeface="Arial"/>
              <a:ea typeface="Arial"/>
              <a:cs typeface="Arial"/>
              <a:sym typeface="Arial"/>
            </a:endParaRPr>
          </a:p>
          <a:p>
            <a:pPr indent="0" lvl="0" marL="0" rtl="0" algn="l">
              <a:spcBef>
                <a:spcPts val="1000"/>
              </a:spcBef>
              <a:spcAft>
                <a:spcPts val="1000"/>
              </a:spcAft>
              <a:buNone/>
            </a:pPr>
            <a:r>
              <a:rPr lang="en" sz="2100">
                <a:latin typeface="Arial"/>
                <a:ea typeface="Arial"/>
                <a:cs typeface="Arial"/>
                <a:sym typeface="Arial"/>
              </a:rPr>
              <a:t>So far, every Docker command we've run manages one container at a time. This works fine for simple tools, but real-world applications (and realistic cybersecurity labs) involve multiple components talking to each other.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4"/>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Consider:</a:t>
            </a:r>
            <a:endParaRPr/>
          </a:p>
        </p:txBody>
      </p:sp>
      <p:sp>
        <p:nvSpPr>
          <p:cNvPr id="417" name="Google Shape;417;p64"/>
          <p:cNvSpPr txBox="1"/>
          <p:nvPr>
            <p:ph idx="1" type="subTitle"/>
          </p:nvPr>
        </p:nvSpPr>
        <p:spPr>
          <a:xfrm>
            <a:off x="228600" y="952675"/>
            <a:ext cx="8591400" cy="3834600"/>
          </a:xfrm>
          <a:prstGeom prst="rect">
            <a:avLst/>
          </a:prstGeom>
        </p:spPr>
        <p:txBody>
          <a:bodyPr anchorCtr="0" anchor="t" bIns="0" lIns="0" spcFirstLastPara="1" rIns="0" wrap="square" tIns="0">
            <a:normAutofit lnSpcReduction="10000"/>
          </a:bodyPr>
          <a:lstStyle/>
          <a:p>
            <a:pPr indent="0" lvl="0" marL="0" rtl="0" algn="l">
              <a:spcBef>
                <a:spcPts val="0"/>
              </a:spcBef>
              <a:spcAft>
                <a:spcPts val="0"/>
              </a:spcAft>
              <a:buClr>
                <a:schemeClr val="dk1"/>
              </a:buClr>
              <a:buSzPts val="1100"/>
              <a:buFont typeface="Arial"/>
              <a:buNone/>
            </a:pPr>
            <a:r>
              <a:rPr lang="en"/>
              <a:t>A</a:t>
            </a:r>
            <a:r>
              <a:rPr lang="en"/>
              <a:t> penetration testing lab that needs:</a:t>
            </a:r>
            <a:endParaRPr/>
          </a:p>
          <a:p>
            <a:pPr indent="-342900" lvl="0" marL="457200" rtl="0" algn="l">
              <a:spcBef>
                <a:spcPts val="1000"/>
              </a:spcBef>
              <a:spcAft>
                <a:spcPts val="0"/>
              </a:spcAft>
              <a:buSzPts val="1800"/>
              <a:buChar char="-"/>
            </a:pPr>
            <a:r>
              <a:rPr lang="en"/>
              <a:t>A vulnerable web application (DVWA) as the target</a:t>
            </a:r>
            <a:endParaRPr/>
          </a:p>
          <a:p>
            <a:pPr indent="-342900" lvl="0" marL="457200" rtl="0" algn="l">
              <a:spcBef>
                <a:spcPts val="0"/>
              </a:spcBef>
              <a:spcAft>
                <a:spcPts val="0"/>
              </a:spcAft>
              <a:buSzPts val="1800"/>
              <a:buChar char="-"/>
            </a:pPr>
            <a:r>
              <a:rPr lang="en"/>
              <a:t>A MySQL database that the web app connects to</a:t>
            </a:r>
            <a:endParaRPr/>
          </a:p>
          <a:p>
            <a:pPr indent="-342900" lvl="0" marL="457200" rtl="0" algn="l">
              <a:spcBef>
                <a:spcPts val="0"/>
              </a:spcBef>
              <a:spcAft>
                <a:spcPts val="0"/>
              </a:spcAft>
              <a:buSzPts val="1800"/>
              <a:buChar char="-"/>
            </a:pPr>
            <a:r>
              <a:rPr lang="en"/>
              <a:t>A Kali Linux container as the attacker</a:t>
            </a:r>
            <a:endParaRPr/>
          </a:p>
          <a:p>
            <a:pPr indent="-342900" lvl="0" marL="457200" rtl="0" algn="l">
              <a:spcBef>
                <a:spcPts val="0"/>
              </a:spcBef>
              <a:spcAft>
                <a:spcPts val="0"/>
              </a:spcAft>
              <a:buSzPts val="1800"/>
              <a:buChar char="-"/>
            </a:pPr>
            <a:r>
              <a:rPr lang="en"/>
              <a:t>An ELK Stack (Elasticsearch, Logstash, Kibana) to collect and visualize logs</a:t>
            </a:r>
            <a:endParaRPr/>
          </a:p>
          <a:p>
            <a:pPr indent="0" lvl="0" marL="0" rtl="0" algn="l">
              <a:spcBef>
                <a:spcPts val="1000"/>
              </a:spcBef>
              <a:spcAft>
                <a:spcPts val="0"/>
              </a:spcAft>
              <a:buNone/>
            </a:pPr>
            <a:r>
              <a:rPr lang="en"/>
              <a:t>Managing four containers manually — starting them in the right order, connecting them to the same network, setting environment variables, mounting volumes quickly becomes the bane of your existence.</a:t>
            </a:r>
            <a:endParaRPr/>
          </a:p>
          <a:p>
            <a:pPr indent="0" lvl="0" marL="0" rtl="0" algn="l">
              <a:spcBef>
                <a:spcPts val="1000"/>
              </a:spcBef>
              <a:spcAft>
                <a:spcPts val="0"/>
              </a:spcAft>
              <a:buClr>
                <a:schemeClr val="dk1"/>
              </a:buClr>
              <a:buSzPts val="1100"/>
              <a:buFont typeface="Arial"/>
              <a:buNone/>
            </a:pPr>
            <a:r>
              <a:rPr lang="en"/>
              <a:t> You'd need to run four docker run commands with dozens of flags, and remember to tear them all down afterward.</a:t>
            </a:r>
            <a:endParaRPr/>
          </a:p>
          <a:p>
            <a:pPr indent="0" lvl="0" marL="0" rtl="0" algn="l">
              <a:spcBef>
                <a:spcPts val="1000"/>
              </a:spcBef>
              <a:spcAft>
                <a:spcPts val="10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5"/>
          <p:cNvSpPr txBox="1"/>
          <p:nvPr>
            <p:ph idx="1" type="subTitle"/>
          </p:nvPr>
        </p:nvSpPr>
        <p:spPr>
          <a:xfrm>
            <a:off x="313500" y="247575"/>
            <a:ext cx="8517000" cy="4638600"/>
          </a:xfrm>
          <a:prstGeom prst="rect">
            <a:avLst/>
          </a:prstGeom>
        </p:spPr>
        <p:txBody>
          <a:bodyPr anchorCtr="0" anchor="t" bIns="0" lIns="0" spcFirstLastPara="1" rIns="0" wrap="square" tIns="0">
            <a:normAutofit fontScale="85000" lnSpcReduction="20000"/>
          </a:bodyPr>
          <a:lstStyle/>
          <a:p>
            <a:pPr indent="0" lvl="0" marL="0" rtl="0" algn="l">
              <a:spcBef>
                <a:spcPts val="0"/>
              </a:spcBef>
              <a:spcAft>
                <a:spcPts val="0"/>
              </a:spcAft>
              <a:buNone/>
            </a:pPr>
            <a:r>
              <a:rPr b="1" i="1" lang="en" sz="2000" u="sng">
                <a:latin typeface="Arial"/>
                <a:ea typeface="Arial"/>
                <a:cs typeface="Arial"/>
                <a:sym typeface="Arial"/>
              </a:rPr>
              <a:t>Docker Compose solves this. </a:t>
            </a:r>
            <a:endParaRPr b="1" i="1" sz="2000" u="sng">
              <a:latin typeface="Arial"/>
              <a:ea typeface="Arial"/>
              <a:cs typeface="Arial"/>
              <a:sym typeface="Arial"/>
            </a:endParaRPr>
          </a:p>
          <a:p>
            <a:pPr indent="0" lvl="0" marL="0" rtl="0" algn="l">
              <a:spcBef>
                <a:spcPts val="1000"/>
              </a:spcBef>
              <a:spcAft>
                <a:spcPts val="0"/>
              </a:spcAft>
              <a:buNone/>
            </a:pPr>
            <a:r>
              <a:rPr lang="en">
                <a:latin typeface="Arial"/>
                <a:ea typeface="Arial"/>
                <a:cs typeface="Arial"/>
                <a:sym typeface="Arial"/>
              </a:rPr>
              <a:t>It lets you define your entire multi-container environment in a single YAML file called docker-compose.yml, then start or stop the whole thing with </a:t>
            </a:r>
            <a:r>
              <a:rPr i="1" lang="en">
                <a:latin typeface="Arial"/>
                <a:ea typeface="Arial"/>
                <a:cs typeface="Arial"/>
                <a:sym typeface="Arial"/>
              </a:rPr>
              <a:t>one command</a:t>
            </a:r>
            <a:r>
              <a:rPr lang="en">
                <a:latin typeface="Arial"/>
                <a:ea typeface="Arial"/>
                <a:cs typeface="Arial"/>
                <a:sym typeface="Arial"/>
              </a:rPr>
              <a:t>.</a:t>
            </a:r>
            <a:endParaRPr>
              <a:latin typeface="Arial"/>
              <a:ea typeface="Arial"/>
              <a:cs typeface="Arial"/>
              <a:sym typeface="Arial"/>
            </a:endParaRPr>
          </a:p>
          <a:p>
            <a:pPr indent="0" lvl="0" marL="0" rtl="0" algn="l">
              <a:spcBef>
                <a:spcPts val="1000"/>
              </a:spcBef>
              <a:spcAft>
                <a:spcPts val="0"/>
              </a:spcAft>
              <a:buClr>
                <a:schemeClr val="dk1"/>
              </a:buClr>
              <a:buSzPct val="61111"/>
              <a:buFont typeface="Arial"/>
              <a:buNone/>
            </a:pPr>
            <a:r>
              <a:rPr lang="en" u="sng">
                <a:latin typeface="Arial"/>
                <a:ea typeface="Arial"/>
                <a:cs typeface="Arial"/>
                <a:sym typeface="Arial"/>
              </a:rPr>
              <a:t>Single File Definition</a:t>
            </a:r>
            <a:endParaRPr u="sng">
              <a:latin typeface="Arial"/>
              <a:ea typeface="Arial"/>
              <a:cs typeface="Arial"/>
              <a:sym typeface="Arial"/>
            </a:endParaRPr>
          </a:p>
          <a:p>
            <a:pPr indent="-325755" lvl="0" marL="457200" rtl="0" algn="l">
              <a:spcBef>
                <a:spcPts val="1000"/>
              </a:spcBef>
              <a:spcAft>
                <a:spcPts val="0"/>
              </a:spcAft>
              <a:buSzPct val="100000"/>
              <a:buFont typeface="Arial"/>
              <a:buChar char="-"/>
            </a:pPr>
            <a:r>
              <a:rPr lang="en">
                <a:latin typeface="Arial"/>
                <a:ea typeface="Arial"/>
                <a:cs typeface="Arial"/>
                <a:sym typeface="Arial"/>
              </a:rPr>
              <a:t>Your entire lab lives in one docker-compose.yml. Version control it, share it with teammates.</a:t>
            </a:r>
            <a:endParaRPr>
              <a:latin typeface="Arial"/>
              <a:ea typeface="Arial"/>
              <a:cs typeface="Arial"/>
              <a:sym typeface="Arial"/>
            </a:endParaRPr>
          </a:p>
          <a:p>
            <a:pPr indent="0" lvl="0" marL="0" rtl="0" algn="l">
              <a:spcBef>
                <a:spcPts val="1000"/>
              </a:spcBef>
              <a:spcAft>
                <a:spcPts val="0"/>
              </a:spcAft>
              <a:buNone/>
            </a:pPr>
            <a:r>
              <a:rPr lang="en">
                <a:latin typeface="Arial"/>
                <a:ea typeface="Arial"/>
                <a:cs typeface="Arial"/>
                <a:sym typeface="Arial"/>
              </a:rPr>
              <a:t>One Command Deploy</a:t>
            </a:r>
            <a:endParaRPr>
              <a:latin typeface="Arial"/>
              <a:ea typeface="Arial"/>
              <a:cs typeface="Arial"/>
              <a:sym typeface="Arial"/>
            </a:endParaRPr>
          </a:p>
          <a:p>
            <a:pPr indent="-325755" lvl="0" marL="457200" rtl="0" algn="l">
              <a:spcBef>
                <a:spcPts val="1000"/>
              </a:spcBef>
              <a:spcAft>
                <a:spcPts val="0"/>
              </a:spcAft>
              <a:buSzPct val="100000"/>
              <a:buFont typeface="Arial"/>
              <a:buChar char="-"/>
            </a:pPr>
            <a:r>
              <a:rPr lang="en">
                <a:latin typeface="Arial"/>
                <a:ea typeface="Arial"/>
                <a:cs typeface="Arial"/>
                <a:sym typeface="Arial"/>
              </a:rPr>
              <a:t>‘docker compose up’ starts everything. </a:t>
            </a:r>
            <a:endParaRPr>
              <a:latin typeface="Arial"/>
              <a:ea typeface="Arial"/>
              <a:cs typeface="Arial"/>
              <a:sym typeface="Arial"/>
            </a:endParaRPr>
          </a:p>
          <a:p>
            <a:pPr indent="-325755" lvl="0" marL="457200" rtl="0" algn="l">
              <a:spcBef>
                <a:spcPts val="0"/>
              </a:spcBef>
              <a:spcAft>
                <a:spcPts val="0"/>
              </a:spcAft>
              <a:buSzPct val="100000"/>
              <a:buFont typeface="Arial"/>
              <a:buChar char="-"/>
            </a:pPr>
            <a:r>
              <a:rPr lang="en">
                <a:latin typeface="Arial"/>
                <a:ea typeface="Arial"/>
                <a:cs typeface="Arial"/>
                <a:sym typeface="Arial"/>
              </a:rPr>
              <a:t>‘docker compose down’ tears it all down.</a:t>
            </a:r>
            <a:endParaRPr>
              <a:latin typeface="Arial"/>
              <a:ea typeface="Arial"/>
              <a:cs typeface="Arial"/>
              <a:sym typeface="Arial"/>
            </a:endParaRPr>
          </a:p>
          <a:p>
            <a:pPr indent="0" lvl="0" marL="0" rtl="0" algn="l">
              <a:spcBef>
                <a:spcPts val="1000"/>
              </a:spcBef>
              <a:spcAft>
                <a:spcPts val="0"/>
              </a:spcAft>
              <a:buNone/>
            </a:pPr>
            <a:r>
              <a:rPr lang="en">
                <a:latin typeface="Arial"/>
                <a:ea typeface="Arial"/>
                <a:cs typeface="Arial"/>
                <a:sym typeface="Arial"/>
              </a:rPr>
              <a:t>Auto Networking</a:t>
            </a:r>
            <a:endParaRPr>
              <a:latin typeface="Arial"/>
              <a:ea typeface="Arial"/>
              <a:cs typeface="Arial"/>
              <a:sym typeface="Arial"/>
            </a:endParaRPr>
          </a:p>
          <a:p>
            <a:pPr indent="-325755" lvl="0" marL="457200" rtl="0" algn="l">
              <a:spcBef>
                <a:spcPts val="1000"/>
              </a:spcBef>
              <a:spcAft>
                <a:spcPts val="0"/>
              </a:spcAft>
              <a:buSzPct val="100000"/>
              <a:buFont typeface="Arial"/>
              <a:buChar char="-"/>
            </a:pPr>
            <a:r>
              <a:rPr lang="en">
                <a:latin typeface="Arial"/>
                <a:ea typeface="Arial"/>
                <a:cs typeface="Arial"/>
                <a:sym typeface="Arial"/>
              </a:rPr>
              <a:t>All services in a Compose file automatically get a shared private network. </a:t>
            </a:r>
            <a:endParaRPr>
              <a:latin typeface="Arial"/>
              <a:ea typeface="Arial"/>
              <a:cs typeface="Arial"/>
              <a:sym typeface="Arial"/>
            </a:endParaRPr>
          </a:p>
          <a:p>
            <a:pPr indent="-325755" lvl="0" marL="457200" rtl="0" algn="l">
              <a:spcBef>
                <a:spcPts val="0"/>
              </a:spcBef>
              <a:spcAft>
                <a:spcPts val="0"/>
              </a:spcAft>
              <a:buSzPct val="100000"/>
              <a:buFont typeface="Arial"/>
              <a:buChar char="-"/>
            </a:pPr>
            <a:r>
              <a:rPr lang="en">
                <a:latin typeface="Arial"/>
                <a:ea typeface="Arial"/>
                <a:cs typeface="Arial"/>
                <a:sym typeface="Arial"/>
              </a:rPr>
              <a:t>They can reach each other by service name</a:t>
            </a:r>
            <a:endParaRPr>
              <a:latin typeface="Arial"/>
              <a:ea typeface="Arial"/>
              <a:cs typeface="Arial"/>
              <a:sym typeface="Arial"/>
            </a:endParaRPr>
          </a:p>
          <a:p>
            <a:pPr indent="0" lvl="0" marL="0" rtl="0" algn="l">
              <a:spcBef>
                <a:spcPts val="1000"/>
              </a:spcBef>
              <a:spcAft>
                <a:spcPts val="0"/>
              </a:spcAft>
              <a:buNone/>
            </a:pPr>
            <a:r>
              <a:rPr lang="en">
                <a:latin typeface="Arial"/>
                <a:ea typeface="Arial"/>
                <a:cs typeface="Arial"/>
                <a:sym typeface="Arial"/>
              </a:rPr>
              <a:t>Dependency Ordering</a:t>
            </a:r>
            <a:endParaRPr>
              <a:latin typeface="Arial"/>
              <a:ea typeface="Arial"/>
              <a:cs typeface="Arial"/>
              <a:sym typeface="Arial"/>
            </a:endParaRPr>
          </a:p>
          <a:p>
            <a:pPr indent="0" lvl="0" marL="457200" rtl="0" algn="l">
              <a:spcBef>
                <a:spcPts val="1000"/>
              </a:spcBef>
              <a:spcAft>
                <a:spcPts val="0"/>
              </a:spcAft>
              <a:buNone/>
            </a:pPr>
            <a:r>
              <a:rPr lang="en">
                <a:latin typeface="Arial"/>
                <a:ea typeface="Arial"/>
                <a:cs typeface="Arial"/>
                <a:sym typeface="Arial"/>
              </a:rPr>
              <a:t>Declare that your web app depends on a database, and Compose starts the database first.</a:t>
            </a:r>
            <a:endParaRPr>
              <a:latin typeface="Arial"/>
              <a:ea typeface="Arial"/>
              <a:cs typeface="Arial"/>
              <a:sym typeface="Arial"/>
            </a:endParaRPr>
          </a:p>
          <a:p>
            <a:pPr indent="0" lvl="0" marL="457200" rtl="0" algn="l">
              <a:spcBef>
                <a:spcPts val="1000"/>
              </a:spcBef>
              <a:spcAft>
                <a:spcPts val="1000"/>
              </a:spcAft>
              <a:buNone/>
            </a:pPr>
            <a:r>
              <a:t/>
            </a:r>
            <a:endParaRPr>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6"/>
          <p:cNvSpPr txBox="1"/>
          <p:nvPr>
            <p:ph type="title"/>
          </p:nvPr>
        </p:nvSpPr>
        <p:spPr>
          <a:xfrm>
            <a:off x="228600" y="228600"/>
            <a:ext cx="8653200" cy="1662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t>Docker Compose v1 vs v2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28" name="Google Shape;428;p66"/>
          <p:cNvSpPr txBox="1"/>
          <p:nvPr>
            <p:ph idx="1" type="subTitle"/>
          </p:nvPr>
        </p:nvSpPr>
        <p:spPr>
          <a:xfrm>
            <a:off x="228600" y="952675"/>
            <a:ext cx="8381100" cy="3686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Older tutorials use ‘docker-compose’ (with hyphen) ; that was Compose v1, written in Python and installed separately. </a:t>
            </a:r>
            <a:endParaRPr/>
          </a:p>
          <a:p>
            <a:pPr indent="0" lvl="0" marL="0" rtl="0" algn="l">
              <a:spcBef>
                <a:spcPts val="1000"/>
              </a:spcBef>
              <a:spcAft>
                <a:spcPts val="0"/>
              </a:spcAft>
              <a:buNone/>
            </a:pPr>
            <a:r>
              <a:rPr lang="en"/>
              <a:t>Modern Docker ships with Compose v2 built in, accessed as docker compose (no hyphen, as a Docker plugin). </a:t>
            </a:r>
            <a:endParaRPr/>
          </a:p>
          <a:p>
            <a:pPr indent="0" lvl="0" marL="0" rtl="0" algn="l">
              <a:spcBef>
                <a:spcPts val="1000"/>
              </a:spcBef>
              <a:spcAft>
                <a:spcPts val="0"/>
              </a:spcAft>
              <a:buClr>
                <a:schemeClr val="dk1"/>
              </a:buClr>
              <a:buSzPts val="1100"/>
              <a:buFont typeface="Arial"/>
              <a:buNone/>
            </a:pPr>
            <a:r>
              <a:rPr b="1" i="1" lang="en"/>
              <a:t>Always use ‘docker compose’ going forward.</a:t>
            </a:r>
            <a:endParaRPr b="1" i="1"/>
          </a:p>
          <a:p>
            <a:pPr indent="0" lvl="0" marL="0" rtl="0" algn="l">
              <a:spcBef>
                <a:spcPts val="1000"/>
              </a:spcBef>
              <a:spcAft>
                <a:spcPts val="10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type="title"/>
          </p:nvPr>
        </p:nvSpPr>
        <p:spPr>
          <a:xfrm>
            <a:off x="228600" y="228600"/>
            <a:ext cx="86283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YAML Basics</a:t>
            </a:r>
            <a:endParaRPr/>
          </a:p>
        </p:txBody>
      </p:sp>
      <p:sp>
        <p:nvSpPr>
          <p:cNvPr id="434" name="Google Shape;434;p67"/>
          <p:cNvSpPr txBox="1"/>
          <p:nvPr>
            <p:ph idx="1" type="subTitle"/>
          </p:nvPr>
        </p:nvSpPr>
        <p:spPr>
          <a:xfrm>
            <a:off x="228600" y="952675"/>
            <a:ext cx="4657500" cy="3834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The docker-compose.yml file is written in YAML (YAML Ain't Markup Language) .</a:t>
            </a:r>
            <a:endParaRPr/>
          </a:p>
          <a:p>
            <a:pPr indent="0" lvl="0" marL="0" rtl="0" algn="l">
              <a:spcBef>
                <a:spcPts val="1000"/>
              </a:spcBef>
              <a:spcAft>
                <a:spcPts val="0"/>
              </a:spcAft>
              <a:buNone/>
            </a:pPr>
            <a:r>
              <a:rPr lang="en"/>
              <a:t>Its a  human-readable data format that uses indentation to show structure. </a:t>
            </a:r>
            <a:endParaRPr/>
          </a:p>
          <a:p>
            <a:pPr indent="0" lvl="0" marL="0" rtl="0" algn="l">
              <a:spcBef>
                <a:spcPts val="1000"/>
              </a:spcBef>
              <a:spcAft>
                <a:spcPts val="1000"/>
              </a:spcAft>
              <a:buNone/>
            </a:pPr>
            <a:r>
              <a:rPr lang="en"/>
              <a:t>Therefore, Indentation matters enormously [use spaces, never tabs]</a:t>
            </a:r>
            <a:endParaRPr/>
          </a:p>
        </p:txBody>
      </p:sp>
      <p:pic>
        <p:nvPicPr>
          <p:cNvPr id="435" name="Google Shape;435;p67"/>
          <p:cNvPicPr preferRelativeResize="0"/>
          <p:nvPr/>
        </p:nvPicPr>
        <p:blipFill>
          <a:blip r:embed="rId3">
            <a:alphaModFix/>
          </a:blip>
          <a:stretch>
            <a:fillRect/>
          </a:stretch>
        </p:blipFill>
        <p:spPr>
          <a:xfrm>
            <a:off x="5121832" y="0"/>
            <a:ext cx="4022168"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8"/>
          <p:cNvSpPr txBox="1"/>
          <p:nvPr>
            <p:ph type="title"/>
          </p:nvPr>
        </p:nvSpPr>
        <p:spPr>
          <a:xfrm>
            <a:off x="228600" y="228600"/>
            <a:ext cx="87273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Anatomy of docker-compose.yml</a:t>
            </a:r>
            <a:endParaRPr/>
          </a:p>
        </p:txBody>
      </p:sp>
      <p:sp>
        <p:nvSpPr>
          <p:cNvPr id="441" name="Google Shape;441;p68"/>
          <p:cNvSpPr txBox="1"/>
          <p:nvPr>
            <p:ph idx="1" type="subTitle"/>
          </p:nvPr>
        </p:nvSpPr>
        <p:spPr>
          <a:xfrm>
            <a:off x="228600" y="952675"/>
            <a:ext cx="7468500" cy="1145400"/>
          </a:xfrm>
          <a:prstGeom prst="rect">
            <a:avLst/>
          </a:prstGeom>
        </p:spPr>
        <p:txBody>
          <a:bodyPr anchorCtr="0" anchor="t" bIns="0" lIns="0" spcFirstLastPara="1" rIns="0" wrap="square" tIns="0">
            <a:normAutofit lnSpcReduction="20000"/>
          </a:bodyPr>
          <a:lstStyle/>
          <a:p>
            <a:pPr indent="0" lvl="0" marL="0" rtl="0" algn="l">
              <a:spcBef>
                <a:spcPts val="0"/>
              </a:spcBef>
              <a:spcAft>
                <a:spcPts val="0"/>
              </a:spcAft>
              <a:buNone/>
            </a:pPr>
            <a:r>
              <a:rPr lang="en" sz="2200" u="sng">
                <a:solidFill>
                  <a:schemeClr val="hlink"/>
                </a:solidFill>
                <a:latin typeface="Arial"/>
                <a:ea typeface="Arial"/>
                <a:cs typeface="Arial"/>
                <a:sym typeface="Arial"/>
                <a:hlinkClick r:id="rId3"/>
              </a:rPr>
              <a:t>https://raw.githubusercontent.com/dsient/docker-workshops/refs/heads/main/docker-compose.yml</a:t>
            </a:r>
            <a:endParaRPr sz="2200">
              <a:latin typeface="Arial"/>
              <a:ea typeface="Arial"/>
              <a:cs typeface="Arial"/>
              <a:sym typeface="Arial"/>
            </a:endParaRPr>
          </a:p>
          <a:p>
            <a:pPr indent="0" lvl="0" marL="0" rtl="0" algn="l">
              <a:spcBef>
                <a:spcPts val="1000"/>
              </a:spcBef>
              <a:spcAft>
                <a:spcPts val="1000"/>
              </a:spcAft>
              <a:buNone/>
            </a:pPr>
            <a:r>
              <a:t/>
            </a:r>
            <a:endParaRPr sz="22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9"/>
          <p:cNvSpPr txBox="1"/>
          <p:nvPr>
            <p:ph type="title"/>
          </p:nvPr>
        </p:nvSpPr>
        <p:spPr>
          <a:xfrm>
            <a:off x="0" y="0"/>
            <a:ext cx="32082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Service Discovery</a:t>
            </a:r>
            <a:endParaRPr/>
          </a:p>
        </p:txBody>
      </p:sp>
      <p:sp>
        <p:nvSpPr>
          <p:cNvPr id="447" name="Google Shape;447;p69"/>
          <p:cNvSpPr txBox="1"/>
          <p:nvPr>
            <p:ph idx="1" type="subTitle"/>
          </p:nvPr>
        </p:nvSpPr>
        <p:spPr>
          <a:xfrm>
            <a:off x="164228" y="1506150"/>
            <a:ext cx="3143700" cy="3192000"/>
          </a:xfrm>
          <a:prstGeom prst="rect">
            <a:avLst/>
          </a:prstGeom>
        </p:spPr>
        <p:txBody>
          <a:bodyPr anchorCtr="0" anchor="t" bIns="0" lIns="0" spcFirstLastPara="1" rIns="0" wrap="square" tIns="0">
            <a:normAutofit lnSpcReduction="20000"/>
          </a:bodyPr>
          <a:lstStyle/>
          <a:p>
            <a:pPr indent="0" lvl="0" marL="0" rtl="0" algn="l">
              <a:spcBef>
                <a:spcPts val="0"/>
              </a:spcBef>
              <a:spcAft>
                <a:spcPts val="0"/>
              </a:spcAft>
              <a:buNone/>
            </a:pPr>
            <a:r>
              <a:rPr lang="en"/>
              <a:t>This is one of the most powerful features of Docker Compose. </a:t>
            </a:r>
            <a:endParaRPr/>
          </a:p>
          <a:p>
            <a:pPr indent="0" lvl="0" marL="0" rtl="0" algn="l">
              <a:spcBef>
                <a:spcPts val="1000"/>
              </a:spcBef>
              <a:spcAft>
                <a:spcPts val="0"/>
              </a:spcAft>
              <a:buNone/>
            </a:pPr>
            <a:r>
              <a:rPr lang="en"/>
              <a:t>When multiple services are on the same network, they can reach each other using the service name as a hostname.</a:t>
            </a:r>
            <a:endParaRPr/>
          </a:p>
          <a:p>
            <a:pPr indent="0" lvl="0" marL="0" rtl="0" algn="l">
              <a:spcBef>
                <a:spcPts val="1000"/>
              </a:spcBef>
              <a:spcAft>
                <a:spcPts val="1000"/>
              </a:spcAft>
              <a:buNone/>
            </a:pPr>
            <a:r>
              <a:rPr lang="en"/>
              <a:t>Docker's internal DNS resolves service names automatically.</a:t>
            </a:r>
            <a:endParaRPr/>
          </a:p>
        </p:txBody>
      </p:sp>
      <p:pic>
        <p:nvPicPr>
          <p:cNvPr id="448" name="Google Shape;448;p69"/>
          <p:cNvPicPr preferRelativeResize="0"/>
          <p:nvPr/>
        </p:nvPicPr>
        <p:blipFill>
          <a:blip r:embed="rId3">
            <a:alphaModFix/>
          </a:blip>
          <a:stretch>
            <a:fillRect/>
          </a:stretch>
        </p:blipFill>
        <p:spPr>
          <a:xfrm>
            <a:off x="3372375" y="0"/>
            <a:ext cx="5771625" cy="4916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0"/>
          <p:cNvSpPr txBox="1"/>
          <p:nvPr>
            <p:ph type="title"/>
          </p:nvPr>
        </p:nvSpPr>
        <p:spPr>
          <a:xfrm>
            <a:off x="228600" y="228600"/>
            <a:ext cx="87171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Docker Lab Ideas</a:t>
            </a:r>
            <a:endParaRPr/>
          </a:p>
        </p:txBody>
      </p:sp>
      <p:sp>
        <p:nvSpPr>
          <p:cNvPr id="454" name="Google Shape;454;p70"/>
          <p:cNvSpPr txBox="1"/>
          <p:nvPr>
            <p:ph idx="1" type="subTitle"/>
          </p:nvPr>
        </p:nvSpPr>
        <p:spPr>
          <a:xfrm>
            <a:off x="228600" y="952675"/>
            <a:ext cx="8717100" cy="4041600"/>
          </a:xfrm>
          <a:prstGeom prst="rect">
            <a:avLst/>
          </a:prstGeom>
        </p:spPr>
        <p:txBody>
          <a:bodyPr anchorCtr="0" anchor="t" bIns="0" lIns="0" spcFirstLastPara="1" rIns="0" wrap="square" tIns="0">
            <a:normAutofit lnSpcReduction="20000"/>
          </a:bodyPr>
          <a:lstStyle/>
          <a:p>
            <a:pPr indent="0" lvl="0" marL="0" rtl="0" algn="l">
              <a:spcBef>
                <a:spcPts val="0"/>
              </a:spcBef>
              <a:spcAft>
                <a:spcPts val="0"/>
              </a:spcAft>
              <a:buClr>
                <a:schemeClr val="dk1"/>
              </a:buClr>
              <a:buSzPts val="1100"/>
              <a:buFont typeface="Arial"/>
              <a:buNone/>
            </a:pPr>
            <a:r>
              <a:rPr b="1" lang="en" u="sng"/>
              <a:t>Lab 1 — DVWA Full Stack + Kali Attacker</a:t>
            </a:r>
            <a:endParaRPr b="1" u="sng"/>
          </a:p>
          <a:p>
            <a:pPr indent="-342900" lvl="0" marL="457200" rtl="0" algn="l">
              <a:spcBef>
                <a:spcPts val="1000"/>
              </a:spcBef>
              <a:spcAft>
                <a:spcPts val="0"/>
              </a:spcAft>
              <a:buSzPts val="1800"/>
              <a:buChar char="-"/>
            </a:pPr>
            <a:r>
              <a:rPr lang="en"/>
              <a:t>A simple but realistic web app pentesting lab. DVWA with its own MySQL database, all on an isolated network, with Kali ready to attack.</a:t>
            </a:r>
            <a:endParaRPr/>
          </a:p>
          <a:p>
            <a:pPr indent="0" lvl="0" marL="0" rtl="0" algn="l">
              <a:spcBef>
                <a:spcPts val="1000"/>
              </a:spcBef>
              <a:spcAft>
                <a:spcPts val="0"/>
              </a:spcAft>
              <a:buNone/>
            </a:pPr>
            <a:r>
              <a:rPr b="1" lang="en" u="sng"/>
              <a:t>Lab 2 — OWASP Juice Shop + Network Monitoring</a:t>
            </a:r>
            <a:endParaRPr b="1" u="sng"/>
          </a:p>
          <a:p>
            <a:pPr indent="-342900" lvl="0" marL="457200" rtl="0" algn="l">
              <a:spcBef>
                <a:spcPts val="1000"/>
              </a:spcBef>
              <a:spcAft>
                <a:spcPts val="0"/>
              </a:spcAft>
              <a:buSzPts val="1800"/>
              <a:buChar char="-"/>
            </a:pPr>
            <a:r>
              <a:rPr lang="en"/>
              <a:t>OWASP Juice Shop is a more modern, realistic vulnerable Node.js app with 100+ intentional vulnerabilities. Pair it with a traffic capture sidecar.</a:t>
            </a:r>
            <a:endParaRPr/>
          </a:p>
          <a:p>
            <a:pPr indent="0" lvl="0" marL="0" rtl="0" algn="l">
              <a:spcBef>
                <a:spcPts val="1000"/>
              </a:spcBef>
              <a:spcAft>
                <a:spcPts val="0"/>
              </a:spcAft>
              <a:buNone/>
            </a:pPr>
            <a:r>
              <a:rPr b="1" lang="en" u="sng"/>
              <a:t>Lab 3 — ELK Stack + Vulnerable App (Security Monitoring Lab)</a:t>
            </a:r>
            <a:endParaRPr b="1" u="sng"/>
          </a:p>
          <a:p>
            <a:pPr indent="-342900" lvl="0" marL="457200" rtl="0" algn="l">
              <a:spcBef>
                <a:spcPts val="1000"/>
              </a:spcBef>
              <a:spcAft>
                <a:spcPts val="0"/>
              </a:spcAft>
              <a:buSzPts val="1800"/>
              <a:buChar char="-"/>
            </a:pPr>
            <a:r>
              <a:rPr lang="en"/>
              <a:t>A blue-team focused lab: Juice Shop generates logs, Filebeat ships them to an ELK stack, and you analyze attack patterns in Kibana.</a:t>
            </a:r>
            <a:endParaRPr/>
          </a:p>
          <a:p>
            <a:pPr indent="0" lvl="0" marL="0" rtl="0" algn="l">
              <a:spcBef>
                <a:spcPts val="1000"/>
              </a:spcBef>
              <a:spcAft>
                <a:spcPts val="0"/>
              </a:spcAft>
              <a:buNone/>
            </a:pPr>
            <a:r>
              <a:rPr b="1" lang="en" u="sng"/>
              <a:t>Lab 4 — Portable CTF Challenge Box</a:t>
            </a:r>
            <a:endParaRPr b="1" u="sng"/>
          </a:p>
          <a:p>
            <a:pPr indent="-342900" lvl="0" marL="457200" rtl="0" algn="l">
              <a:spcBef>
                <a:spcPts val="1000"/>
              </a:spcBef>
              <a:spcAft>
                <a:spcPts val="0"/>
              </a:spcAft>
              <a:buSzPts val="1800"/>
              <a:buChar char="-"/>
            </a:pPr>
            <a:r>
              <a:rPr lang="en"/>
              <a:t>Package a custom CTF challenge so any teammate can run it with one command — no setup instructions needed.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1"/>
          <p:cNvSpPr txBox="1"/>
          <p:nvPr>
            <p:ph type="title"/>
          </p:nvPr>
        </p:nvSpPr>
        <p:spPr>
          <a:xfrm>
            <a:off x="228600" y="22860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More &amp; Advanced Topics</a:t>
            </a:r>
            <a:endParaRPr/>
          </a:p>
        </p:txBody>
      </p:sp>
      <p:sp>
        <p:nvSpPr>
          <p:cNvPr id="460" name="Google Shape;460;p71"/>
          <p:cNvSpPr txBox="1"/>
          <p:nvPr>
            <p:ph idx="1" type="subTitle"/>
          </p:nvPr>
        </p:nvSpPr>
        <p:spPr>
          <a:xfrm>
            <a:off x="228600" y="952675"/>
            <a:ext cx="8781600" cy="406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688"/>
              <a:buFont typeface="Arial"/>
              <a:buNone/>
            </a:pPr>
            <a:r>
              <a:rPr b="1" lang="en" sz="1225" u="sng">
                <a:latin typeface="Arial"/>
                <a:ea typeface="Arial"/>
                <a:cs typeface="Arial"/>
                <a:sym typeface="Arial"/>
              </a:rPr>
              <a:t>Dockerfile Best Practices</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Learn multi-stage builds to create minimal production images. Smaller images mean smaller attack surface.</a:t>
            </a:r>
            <a:endParaRPr sz="1225">
              <a:latin typeface="Arial"/>
              <a:ea typeface="Arial"/>
              <a:cs typeface="Arial"/>
              <a:sym typeface="Arial"/>
            </a:endParaRPr>
          </a:p>
          <a:p>
            <a:pPr indent="0" lvl="0" marL="0" rtl="0" algn="l">
              <a:lnSpc>
                <a:spcPct val="100000"/>
              </a:lnSpc>
              <a:spcBef>
                <a:spcPts val="1000"/>
              </a:spcBef>
              <a:spcAft>
                <a:spcPts val="0"/>
              </a:spcAft>
              <a:buClr>
                <a:schemeClr val="dk1"/>
              </a:buClr>
              <a:buSzPts val="688"/>
              <a:buFont typeface="Arial"/>
              <a:buNone/>
            </a:pPr>
            <a:r>
              <a:rPr b="1" lang="en" sz="1225" u="sng">
                <a:latin typeface="Arial"/>
                <a:ea typeface="Arial"/>
                <a:cs typeface="Arial"/>
                <a:sym typeface="Arial"/>
              </a:rPr>
              <a:t>Kubernetes / QEMU</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The next level after Compose — container orchestration at scale. Used in enterprise security operations centers.</a:t>
            </a:r>
            <a:endParaRPr sz="1225">
              <a:latin typeface="Arial"/>
              <a:ea typeface="Arial"/>
              <a:cs typeface="Arial"/>
              <a:sym typeface="Arial"/>
            </a:endParaRPr>
          </a:p>
          <a:p>
            <a:pPr indent="0" lvl="0" marL="0" rtl="0" algn="l">
              <a:lnSpc>
                <a:spcPct val="100000"/>
              </a:lnSpc>
              <a:spcBef>
                <a:spcPts val="1000"/>
              </a:spcBef>
              <a:spcAft>
                <a:spcPts val="0"/>
              </a:spcAft>
              <a:buClr>
                <a:schemeClr val="dk1"/>
              </a:buClr>
              <a:buSzPts val="688"/>
              <a:buFont typeface="Arial"/>
              <a:buNone/>
            </a:pPr>
            <a:r>
              <a:rPr b="1" lang="en" sz="1225" u="sng">
                <a:latin typeface="Arial"/>
                <a:ea typeface="Arial"/>
                <a:cs typeface="Arial"/>
                <a:sym typeface="Arial"/>
              </a:rPr>
              <a:t>Container Forensics</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Learn to analyze container layers with docker history and dive to find hidden data in images.</a:t>
            </a:r>
            <a:endParaRPr sz="1225">
              <a:latin typeface="Arial"/>
              <a:ea typeface="Arial"/>
              <a:cs typeface="Arial"/>
              <a:sym typeface="Arial"/>
            </a:endParaRPr>
          </a:p>
          <a:p>
            <a:pPr indent="0" lvl="0" marL="0" rtl="0" algn="l">
              <a:lnSpc>
                <a:spcPct val="100000"/>
              </a:lnSpc>
              <a:spcBef>
                <a:spcPts val="1000"/>
              </a:spcBef>
              <a:spcAft>
                <a:spcPts val="0"/>
              </a:spcAft>
              <a:buClr>
                <a:schemeClr val="dk1"/>
              </a:buClr>
              <a:buSzPts val="688"/>
              <a:buFont typeface="Arial"/>
              <a:buNone/>
            </a:pPr>
            <a:r>
              <a:rPr b="1" lang="en" sz="1225" u="sng">
                <a:latin typeface="Arial"/>
                <a:ea typeface="Arial"/>
                <a:cs typeface="Arial"/>
                <a:sym typeface="Arial"/>
              </a:rPr>
              <a:t>Container Escapes</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Study privileged container escapes and container breakout techniques — and how to prevent them.</a:t>
            </a:r>
            <a:endParaRPr sz="1225">
              <a:latin typeface="Arial"/>
              <a:ea typeface="Arial"/>
              <a:cs typeface="Arial"/>
              <a:sym typeface="Arial"/>
            </a:endParaRPr>
          </a:p>
          <a:p>
            <a:pPr indent="0" lvl="0" marL="0" rtl="0" algn="l">
              <a:lnSpc>
                <a:spcPct val="100000"/>
              </a:lnSpc>
              <a:spcBef>
                <a:spcPts val="1000"/>
              </a:spcBef>
              <a:spcAft>
                <a:spcPts val="0"/>
              </a:spcAft>
              <a:buClr>
                <a:schemeClr val="dk1"/>
              </a:buClr>
              <a:buSzPts val="688"/>
              <a:buFont typeface="Arial"/>
              <a:buNone/>
            </a:pPr>
            <a:r>
              <a:rPr b="1" lang="en" sz="1225" u="sng">
                <a:latin typeface="Arial"/>
                <a:ea typeface="Arial"/>
                <a:cs typeface="Arial"/>
                <a:sym typeface="Arial"/>
              </a:rPr>
              <a:t>Rootless Docker</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Run Docker entirely without root privileges for hardened environments. Defense in depth principle.</a:t>
            </a:r>
            <a:endParaRPr sz="1225">
              <a:latin typeface="Arial"/>
              <a:ea typeface="Arial"/>
              <a:cs typeface="Arial"/>
              <a:sym typeface="Arial"/>
            </a:endParaRPr>
          </a:p>
          <a:p>
            <a:pPr indent="0" lvl="0" marL="0" rtl="0" algn="l">
              <a:lnSpc>
                <a:spcPct val="100000"/>
              </a:lnSpc>
              <a:spcBef>
                <a:spcPts val="1000"/>
              </a:spcBef>
              <a:spcAft>
                <a:spcPts val="0"/>
              </a:spcAft>
              <a:buClr>
                <a:schemeClr val="dk1"/>
              </a:buClr>
              <a:buSzPts val="688"/>
              <a:buFont typeface="Arial"/>
              <a:buNone/>
            </a:pPr>
            <a:r>
              <a:rPr b="1" lang="en" sz="1225" u="sng">
                <a:latin typeface="Arial"/>
                <a:ea typeface="Arial"/>
                <a:cs typeface="Arial"/>
                <a:sym typeface="Arial"/>
              </a:rPr>
              <a:t>CI/CD Pipelines</a:t>
            </a:r>
            <a:endParaRPr b="1" sz="1225" u="sng">
              <a:latin typeface="Arial"/>
              <a:ea typeface="Arial"/>
              <a:cs typeface="Arial"/>
              <a:sym typeface="Arial"/>
            </a:endParaRPr>
          </a:p>
          <a:p>
            <a:pPr indent="-306388" lvl="0" marL="457200" rtl="0" algn="l">
              <a:lnSpc>
                <a:spcPct val="100000"/>
              </a:lnSpc>
              <a:spcBef>
                <a:spcPts val="1000"/>
              </a:spcBef>
              <a:spcAft>
                <a:spcPts val="0"/>
              </a:spcAft>
              <a:buSzPts val="1225"/>
              <a:buFont typeface="Arial"/>
              <a:buChar char="-"/>
            </a:pPr>
            <a:r>
              <a:rPr lang="en" sz="1225">
                <a:latin typeface="Arial"/>
                <a:ea typeface="Arial"/>
                <a:cs typeface="Arial"/>
                <a:sym typeface="Arial"/>
              </a:rPr>
              <a:t>Integrate Docker with GitHub Actions to automatically build, scan, and deploy security tools on every commit.</a:t>
            </a:r>
            <a:endParaRPr sz="1225">
              <a:latin typeface="Arial"/>
              <a:ea typeface="Arial"/>
              <a:cs typeface="Arial"/>
              <a:sym typeface="Arial"/>
            </a:endParaRPr>
          </a:p>
          <a:p>
            <a:pPr indent="0" lvl="0" marL="0" rtl="0" algn="l">
              <a:lnSpc>
                <a:spcPct val="100000"/>
              </a:lnSpc>
              <a:spcBef>
                <a:spcPts val="1000"/>
              </a:spcBef>
              <a:spcAft>
                <a:spcPts val="1000"/>
              </a:spcAft>
              <a:buSzPts val="688"/>
              <a:buNone/>
            </a:pPr>
            <a:r>
              <a:t/>
            </a:r>
            <a:endParaRPr sz="1225">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